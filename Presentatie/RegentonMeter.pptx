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7"/>
  </p:notesMasterIdLst>
  <p:handoutMasterIdLst>
    <p:handoutMasterId r:id="rId18"/>
  </p:handoutMasterIdLst>
  <p:sldIdLst>
    <p:sldId id="410" r:id="rId5"/>
    <p:sldId id="383" r:id="rId6"/>
    <p:sldId id="409" r:id="rId7"/>
    <p:sldId id="389" r:id="rId8"/>
    <p:sldId id="391" r:id="rId9"/>
    <p:sldId id="397" r:id="rId10"/>
    <p:sldId id="408" r:id="rId11"/>
    <p:sldId id="407" r:id="rId12"/>
    <p:sldId id="406" r:id="rId13"/>
    <p:sldId id="405" r:id="rId14"/>
    <p:sldId id="404" r:id="rId15"/>
    <p:sldId id="398" r:id="rId16"/>
  </p:sldIdLst>
  <p:sldSz cx="12192000" cy="6858000"/>
  <p:notesSz cx="6858000" cy="9144000"/>
  <p:defaultTextStyle>
    <a:defPPr rtl="0">
      <a:defRPr lang="nl-NL"/>
    </a:defPPr>
    <a:lvl1pPr marL="0" algn="l" defTabSz="914400" rtl="0" eaLnBrk="1" latinLnBrk="0" hangingPunct="1">
      <a:defRPr lang="nl-NL" sz="1800" kern="1200">
        <a:solidFill>
          <a:schemeClr val="tx1"/>
        </a:solidFill>
        <a:latin typeface="+mn-lt"/>
        <a:ea typeface="+mn-ea"/>
        <a:cs typeface="+mn-cs"/>
      </a:defRPr>
    </a:lvl1pPr>
    <a:lvl2pPr marL="457200" algn="l" defTabSz="914400" rtl="0" eaLnBrk="1" latinLnBrk="0" hangingPunct="1">
      <a:defRPr lang="nl-NL" sz="1800" kern="1200">
        <a:solidFill>
          <a:schemeClr val="tx1"/>
        </a:solidFill>
        <a:latin typeface="+mn-lt"/>
        <a:ea typeface="+mn-ea"/>
        <a:cs typeface="+mn-cs"/>
      </a:defRPr>
    </a:lvl2pPr>
    <a:lvl3pPr marL="914400" algn="l" defTabSz="914400" rtl="0" eaLnBrk="1" latinLnBrk="0" hangingPunct="1">
      <a:defRPr lang="nl-NL" sz="1800" kern="1200">
        <a:solidFill>
          <a:schemeClr val="tx1"/>
        </a:solidFill>
        <a:latin typeface="+mn-lt"/>
        <a:ea typeface="+mn-ea"/>
        <a:cs typeface="+mn-cs"/>
      </a:defRPr>
    </a:lvl3pPr>
    <a:lvl4pPr marL="1371600" algn="l" defTabSz="914400" rtl="0" eaLnBrk="1" latinLnBrk="0" hangingPunct="1">
      <a:defRPr lang="nl-NL" sz="1800" kern="1200">
        <a:solidFill>
          <a:schemeClr val="tx1"/>
        </a:solidFill>
        <a:latin typeface="+mn-lt"/>
        <a:ea typeface="+mn-ea"/>
        <a:cs typeface="+mn-cs"/>
      </a:defRPr>
    </a:lvl4pPr>
    <a:lvl5pPr marL="1828800" algn="l" defTabSz="914400" rtl="0" eaLnBrk="1" latinLnBrk="0" hangingPunct="1">
      <a:defRPr lang="nl-NL" sz="1800" kern="1200">
        <a:solidFill>
          <a:schemeClr val="tx1"/>
        </a:solidFill>
        <a:latin typeface="+mn-lt"/>
        <a:ea typeface="+mn-ea"/>
        <a:cs typeface="+mn-cs"/>
      </a:defRPr>
    </a:lvl5pPr>
    <a:lvl6pPr marL="2286000" algn="l" defTabSz="914400" rtl="0" eaLnBrk="1" latinLnBrk="0" hangingPunct="1">
      <a:defRPr lang="nl-NL" sz="1800" kern="1200">
        <a:solidFill>
          <a:schemeClr val="tx1"/>
        </a:solidFill>
        <a:latin typeface="+mn-lt"/>
        <a:ea typeface="+mn-ea"/>
        <a:cs typeface="+mn-cs"/>
      </a:defRPr>
    </a:lvl6pPr>
    <a:lvl7pPr marL="2743200" algn="l" defTabSz="914400" rtl="0" eaLnBrk="1" latinLnBrk="0" hangingPunct="1">
      <a:defRPr lang="nl-NL" sz="1800" kern="1200">
        <a:solidFill>
          <a:schemeClr val="tx1"/>
        </a:solidFill>
        <a:latin typeface="+mn-lt"/>
        <a:ea typeface="+mn-ea"/>
        <a:cs typeface="+mn-cs"/>
      </a:defRPr>
    </a:lvl7pPr>
    <a:lvl8pPr marL="3200400" algn="l" defTabSz="914400" rtl="0" eaLnBrk="1" latinLnBrk="0" hangingPunct="1">
      <a:defRPr lang="nl-NL" sz="1800" kern="1200">
        <a:solidFill>
          <a:schemeClr val="tx1"/>
        </a:solidFill>
        <a:latin typeface="+mn-lt"/>
        <a:ea typeface="+mn-ea"/>
        <a:cs typeface="+mn-cs"/>
      </a:defRPr>
    </a:lvl8pPr>
    <a:lvl9pPr marL="3657600" algn="l" defTabSz="914400" rtl="0" eaLnBrk="1" latinLnBrk="0" hangingPunct="1">
      <a:defRPr lang="nl-NL"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eu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82242" autoAdjust="0"/>
  </p:normalViewPr>
  <p:slideViewPr>
    <p:cSldViewPr snapToGrid="0">
      <p:cViewPr varScale="1">
        <p:scale>
          <a:sx n="91" d="100"/>
          <a:sy n="91" d="100"/>
        </p:scale>
        <p:origin x="696" y="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82" d="100"/>
          <a:sy n="82" d="100"/>
        </p:scale>
        <p:origin x="393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859587-1052-4FAC-B5B1-675BE573028F}" type="doc">
      <dgm:prSet loTypeId="urn:microsoft.com/office/officeart/2005/8/layout/StepDownProcess" loCatId="process" qsTypeId="urn:microsoft.com/office/officeart/2005/8/quickstyle/simple1#1" qsCatId="simple" csTypeId="urn:microsoft.com/office/officeart/2005/8/colors/accent1_2#1" csCatId="accent1" phldr="1"/>
      <dgm:spPr/>
      <dgm:t>
        <a:bodyPr/>
        <a:lstStyle/>
        <a:p>
          <a:endParaRPr lang="nl-NL"/>
        </a:p>
      </dgm:t>
    </dgm:pt>
    <dgm:pt modelId="{6128516D-2C6D-47DB-956C-CEB739686CB3}">
      <dgm:prSet phldrT="[Text]" phldr="0"/>
      <dgm:spPr/>
      <dgm:t>
        <a:bodyPr/>
        <a:lstStyle/>
        <a:p>
          <a:r>
            <a:rPr lang="en-GB">
              <a:ln>
                <a:solidFill>
                  <a:schemeClr val="bg2">
                    <a:lumMod val="10000"/>
                  </a:schemeClr>
                </a:solidFill>
              </a:ln>
              <a:solidFill>
                <a:schemeClr val="bg1"/>
              </a:solidFill>
            </a:rPr>
            <a:t>Node</a:t>
          </a:r>
          <a:endParaRPr lang="nl-NL" dirty="0">
            <a:ln>
              <a:solidFill>
                <a:schemeClr val="bg2">
                  <a:lumMod val="10000"/>
                </a:schemeClr>
              </a:solidFill>
            </a:ln>
            <a:solidFill>
              <a:schemeClr val="bg1"/>
            </a:solidFill>
          </a:endParaRPr>
        </a:p>
      </dgm:t>
    </dgm:pt>
    <dgm:pt modelId="{EB87309B-5EE6-4231-B75C-3E598A78F8C5}" type="parTrans" cxnId="{474A3F0B-505D-4517-A42F-AA2CD9DB3E93}">
      <dgm:prSet/>
      <dgm:spPr/>
      <dgm:t>
        <a:bodyPr/>
        <a:lstStyle/>
        <a:p>
          <a:endParaRPr lang="nl-NL">
            <a:ln>
              <a:solidFill>
                <a:schemeClr val="bg2">
                  <a:lumMod val="10000"/>
                </a:schemeClr>
              </a:solidFill>
            </a:ln>
            <a:solidFill>
              <a:schemeClr val="bg1"/>
            </a:solidFill>
          </a:endParaRPr>
        </a:p>
      </dgm:t>
    </dgm:pt>
    <dgm:pt modelId="{1E3BA307-18FD-410D-B055-6F99ED448F2F}" type="sibTrans" cxnId="{474A3F0B-505D-4517-A42F-AA2CD9DB3E93}">
      <dgm:prSet/>
      <dgm:spPr/>
      <dgm:t>
        <a:bodyPr/>
        <a:lstStyle/>
        <a:p>
          <a:endParaRPr lang="nl-NL">
            <a:ln>
              <a:solidFill>
                <a:schemeClr val="bg2">
                  <a:lumMod val="10000"/>
                </a:schemeClr>
              </a:solidFill>
            </a:ln>
            <a:solidFill>
              <a:schemeClr val="bg1"/>
            </a:solidFill>
          </a:endParaRPr>
        </a:p>
      </dgm:t>
    </dgm:pt>
    <dgm:pt modelId="{ADC17FB6-B1BC-4D80-B93A-1A6FD3DE4294}">
      <dgm:prSet phldrT="[Text]" phldr="0"/>
      <dgm:spPr/>
      <dgm:t>
        <a:bodyPr/>
        <a:lstStyle/>
        <a:p>
          <a:r>
            <a:rPr lang="en-GB">
              <a:ln>
                <a:solidFill>
                  <a:schemeClr val="bg2">
                    <a:lumMod val="10000"/>
                  </a:schemeClr>
                </a:solidFill>
              </a:ln>
              <a:solidFill>
                <a:schemeClr val="bg1"/>
              </a:solidFill>
            </a:rPr>
            <a:t>Gateway</a:t>
          </a:r>
          <a:endParaRPr lang="nl-NL" dirty="0">
            <a:ln>
              <a:solidFill>
                <a:schemeClr val="bg2">
                  <a:lumMod val="10000"/>
                </a:schemeClr>
              </a:solidFill>
            </a:ln>
            <a:solidFill>
              <a:schemeClr val="bg1"/>
            </a:solidFill>
          </a:endParaRPr>
        </a:p>
      </dgm:t>
    </dgm:pt>
    <dgm:pt modelId="{FB8EA4F8-879B-4D43-8DD2-F07AFBB73B52}" type="parTrans" cxnId="{D94587E2-A7DA-4BF7-AE7D-218A0AC3899D}">
      <dgm:prSet/>
      <dgm:spPr/>
      <dgm:t>
        <a:bodyPr/>
        <a:lstStyle/>
        <a:p>
          <a:endParaRPr lang="nl-NL">
            <a:ln>
              <a:solidFill>
                <a:schemeClr val="bg2">
                  <a:lumMod val="10000"/>
                </a:schemeClr>
              </a:solidFill>
            </a:ln>
            <a:solidFill>
              <a:schemeClr val="bg1"/>
            </a:solidFill>
          </a:endParaRPr>
        </a:p>
      </dgm:t>
    </dgm:pt>
    <dgm:pt modelId="{87F2CFBF-E039-4A48-A3DC-82FDB2D0A482}" type="sibTrans" cxnId="{D94587E2-A7DA-4BF7-AE7D-218A0AC3899D}">
      <dgm:prSet/>
      <dgm:spPr/>
      <dgm:t>
        <a:bodyPr/>
        <a:lstStyle/>
        <a:p>
          <a:endParaRPr lang="nl-NL">
            <a:ln>
              <a:solidFill>
                <a:schemeClr val="bg2">
                  <a:lumMod val="10000"/>
                </a:schemeClr>
              </a:solidFill>
            </a:ln>
            <a:solidFill>
              <a:schemeClr val="bg1"/>
            </a:solidFill>
          </a:endParaRPr>
        </a:p>
      </dgm:t>
    </dgm:pt>
    <dgm:pt modelId="{2366C802-040C-458F-A642-1F591DC134CC}">
      <dgm:prSet phldrT="[Text]" phldr="0"/>
      <dgm:spPr/>
      <dgm:t>
        <a:bodyPr/>
        <a:lstStyle/>
        <a:p>
          <a:r>
            <a:rPr lang="en-GB" dirty="0">
              <a:ln>
                <a:solidFill>
                  <a:schemeClr val="bg2">
                    <a:lumMod val="10000"/>
                  </a:schemeClr>
                </a:solidFill>
              </a:ln>
              <a:solidFill>
                <a:schemeClr val="bg1"/>
              </a:solidFill>
            </a:rPr>
            <a:t>Application</a:t>
          </a:r>
          <a:endParaRPr lang="nl-NL" dirty="0">
            <a:ln>
              <a:solidFill>
                <a:schemeClr val="bg2">
                  <a:lumMod val="10000"/>
                </a:schemeClr>
              </a:solidFill>
            </a:ln>
            <a:solidFill>
              <a:schemeClr val="bg1"/>
            </a:solidFill>
          </a:endParaRPr>
        </a:p>
      </dgm:t>
    </dgm:pt>
    <dgm:pt modelId="{1DDA671A-6ECE-4733-9F9C-45819B04858C}" type="parTrans" cxnId="{8DC2511A-1AAC-4F41-A62B-C278C7BFA701}">
      <dgm:prSet/>
      <dgm:spPr/>
      <dgm:t>
        <a:bodyPr/>
        <a:lstStyle/>
        <a:p>
          <a:endParaRPr lang="nl-NL">
            <a:ln>
              <a:solidFill>
                <a:schemeClr val="bg2">
                  <a:lumMod val="10000"/>
                </a:schemeClr>
              </a:solidFill>
            </a:ln>
            <a:solidFill>
              <a:schemeClr val="bg1"/>
            </a:solidFill>
          </a:endParaRPr>
        </a:p>
      </dgm:t>
    </dgm:pt>
    <dgm:pt modelId="{79E0DAB6-64CA-428C-869C-EF3994CFE9AF}" type="sibTrans" cxnId="{8DC2511A-1AAC-4F41-A62B-C278C7BFA701}">
      <dgm:prSet/>
      <dgm:spPr/>
      <dgm:t>
        <a:bodyPr/>
        <a:lstStyle/>
        <a:p>
          <a:endParaRPr lang="nl-NL">
            <a:ln>
              <a:solidFill>
                <a:schemeClr val="bg2">
                  <a:lumMod val="10000"/>
                </a:schemeClr>
              </a:solidFill>
            </a:ln>
            <a:solidFill>
              <a:schemeClr val="bg1"/>
            </a:solidFill>
          </a:endParaRPr>
        </a:p>
      </dgm:t>
    </dgm:pt>
    <dgm:pt modelId="{B2D1F34C-107E-4FE9-80EE-B3B54ED63F53}">
      <dgm:prSet phldrT="[Text]" phldr="0"/>
      <dgm:spPr/>
      <dgm:t>
        <a:bodyPr/>
        <a:lstStyle/>
        <a:p>
          <a:r>
            <a:rPr lang="en-GB" dirty="0">
              <a:ln>
                <a:solidFill>
                  <a:schemeClr val="bg2">
                    <a:lumMod val="10000"/>
                  </a:schemeClr>
                </a:solidFill>
              </a:ln>
              <a:solidFill>
                <a:schemeClr val="bg1"/>
              </a:solidFill>
            </a:rPr>
            <a:t>Database</a:t>
          </a:r>
          <a:endParaRPr lang="nl-NL" dirty="0">
            <a:ln>
              <a:solidFill>
                <a:schemeClr val="bg2">
                  <a:lumMod val="10000"/>
                </a:schemeClr>
              </a:solidFill>
            </a:ln>
            <a:solidFill>
              <a:schemeClr val="bg1"/>
            </a:solidFill>
          </a:endParaRPr>
        </a:p>
      </dgm:t>
    </dgm:pt>
    <dgm:pt modelId="{A996905E-CD71-48D0-8F7D-6EFD999B5502}" type="parTrans" cxnId="{AA6A6DD3-11E7-4356-AF4F-6C812D95BD2E}">
      <dgm:prSet/>
      <dgm:spPr/>
      <dgm:t>
        <a:bodyPr/>
        <a:lstStyle/>
        <a:p>
          <a:endParaRPr lang="nl-NL">
            <a:ln>
              <a:solidFill>
                <a:schemeClr val="bg2">
                  <a:lumMod val="10000"/>
                </a:schemeClr>
              </a:solidFill>
            </a:ln>
            <a:solidFill>
              <a:schemeClr val="bg1"/>
            </a:solidFill>
          </a:endParaRPr>
        </a:p>
      </dgm:t>
    </dgm:pt>
    <dgm:pt modelId="{9FFB60CD-A4B9-4169-9EB0-BA96C60046EF}" type="sibTrans" cxnId="{AA6A6DD3-11E7-4356-AF4F-6C812D95BD2E}">
      <dgm:prSet/>
      <dgm:spPr/>
      <dgm:t>
        <a:bodyPr/>
        <a:lstStyle/>
        <a:p>
          <a:endParaRPr lang="nl-NL">
            <a:ln>
              <a:solidFill>
                <a:schemeClr val="bg2">
                  <a:lumMod val="10000"/>
                </a:schemeClr>
              </a:solidFill>
            </a:ln>
            <a:solidFill>
              <a:schemeClr val="bg1"/>
            </a:solidFill>
          </a:endParaRPr>
        </a:p>
      </dgm:t>
    </dgm:pt>
    <dgm:pt modelId="{BD1303F4-7C80-41D8-A0C7-C3D9FB8FA5A8}">
      <dgm:prSet phldrT="[Text]" phldr="0"/>
      <dgm:spPr/>
      <dgm:t>
        <a:bodyPr/>
        <a:lstStyle/>
        <a:p>
          <a:r>
            <a:rPr lang="en-GB">
              <a:ln>
                <a:solidFill>
                  <a:schemeClr val="bg2">
                    <a:lumMod val="10000"/>
                  </a:schemeClr>
                </a:solidFill>
              </a:ln>
              <a:solidFill>
                <a:schemeClr val="bg1"/>
              </a:solidFill>
            </a:rPr>
            <a:t>Server</a:t>
          </a:r>
          <a:endParaRPr lang="nl-NL" dirty="0">
            <a:ln>
              <a:solidFill>
                <a:schemeClr val="bg2">
                  <a:lumMod val="10000"/>
                </a:schemeClr>
              </a:solidFill>
            </a:ln>
            <a:solidFill>
              <a:schemeClr val="bg1"/>
            </a:solidFill>
          </a:endParaRPr>
        </a:p>
      </dgm:t>
    </dgm:pt>
    <dgm:pt modelId="{CA040649-876C-4857-91F3-17EC18C50549}" type="sibTrans" cxnId="{B40CEEC3-9B2F-4E6D-9F54-C348E794FC24}">
      <dgm:prSet/>
      <dgm:spPr/>
      <dgm:t>
        <a:bodyPr/>
        <a:lstStyle/>
        <a:p>
          <a:endParaRPr lang="nl-NL">
            <a:ln>
              <a:solidFill>
                <a:schemeClr val="bg2">
                  <a:lumMod val="10000"/>
                </a:schemeClr>
              </a:solidFill>
            </a:ln>
            <a:solidFill>
              <a:schemeClr val="bg1"/>
            </a:solidFill>
          </a:endParaRPr>
        </a:p>
      </dgm:t>
    </dgm:pt>
    <dgm:pt modelId="{7D228AB8-4490-45DC-BC2D-BD72689DD44E}" type="parTrans" cxnId="{B40CEEC3-9B2F-4E6D-9F54-C348E794FC24}">
      <dgm:prSet/>
      <dgm:spPr/>
      <dgm:t>
        <a:bodyPr/>
        <a:lstStyle/>
        <a:p>
          <a:endParaRPr lang="nl-NL">
            <a:ln>
              <a:solidFill>
                <a:schemeClr val="bg2">
                  <a:lumMod val="10000"/>
                </a:schemeClr>
              </a:solidFill>
            </a:ln>
            <a:solidFill>
              <a:schemeClr val="bg1"/>
            </a:solidFill>
          </a:endParaRPr>
        </a:p>
      </dgm:t>
    </dgm:pt>
    <dgm:pt modelId="{13E7F671-64EF-4ED2-9D1C-9CFC1E4A382F}" type="pres">
      <dgm:prSet presAssocID="{B5859587-1052-4FAC-B5B1-675BE573028F}" presName="rootnode" presStyleCnt="0">
        <dgm:presLayoutVars>
          <dgm:chMax/>
          <dgm:chPref/>
          <dgm:dir/>
          <dgm:animLvl val="lvl"/>
        </dgm:presLayoutVars>
      </dgm:prSet>
      <dgm:spPr/>
    </dgm:pt>
    <dgm:pt modelId="{2B371E4A-9D8F-428D-97BD-3C02C587BCC4}" type="pres">
      <dgm:prSet presAssocID="{6128516D-2C6D-47DB-956C-CEB739686CB3}" presName="composite" presStyleCnt="0"/>
      <dgm:spPr/>
    </dgm:pt>
    <dgm:pt modelId="{29F32695-8B06-45DF-9BE5-2B79F2DAD8BD}" type="pres">
      <dgm:prSet presAssocID="{6128516D-2C6D-47DB-956C-CEB739686CB3}" presName="bentUpArrow1" presStyleLbl="alignImgPlace1" presStyleIdx="0" presStyleCnt="4"/>
      <dgm:spPr/>
    </dgm:pt>
    <dgm:pt modelId="{9DB24068-9D93-4834-A111-6963D469E99A}" type="pres">
      <dgm:prSet presAssocID="{6128516D-2C6D-47DB-956C-CEB739686CB3}" presName="ParentText" presStyleLbl="node1" presStyleIdx="0" presStyleCnt="5">
        <dgm:presLayoutVars>
          <dgm:chMax val="1"/>
          <dgm:chPref val="1"/>
          <dgm:bulletEnabled val="1"/>
        </dgm:presLayoutVars>
      </dgm:prSet>
      <dgm:spPr/>
    </dgm:pt>
    <dgm:pt modelId="{F8DD2CF6-F979-49BA-A4B1-499EF1C0C6BC}" type="pres">
      <dgm:prSet presAssocID="{6128516D-2C6D-47DB-956C-CEB739686CB3}" presName="ChildText" presStyleLbl="revTx" presStyleIdx="0" presStyleCnt="4">
        <dgm:presLayoutVars>
          <dgm:chMax val="0"/>
          <dgm:chPref val="0"/>
          <dgm:bulletEnabled val="1"/>
        </dgm:presLayoutVars>
      </dgm:prSet>
      <dgm:spPr/>
    </dgm:pt>
    <dgm:pt modelId="{0B0DCD1C-DD27-4F98-B908-8D1BDD0FBE5B}" type="pres">
      <dgm:prSet presAssocID="{1E3BA307-18FD-410D-B055-6F99ED448F2F}" presName="sibTrans" presStyleCnt="0"/>
      <dgm:spPr/>
    </dgm:pt>
    <dgm:pt modelId="{317CB976-81D6-479E-9B13-6DA1D459C20E}" type="pres">
      <dgm:prSet presAssocID="{ADC17FB6-B1BC-4D80-B93A-1A6FD3DE4294}" presName="composite" presStyleCnt="0"/>
      <dgm:spPr/>
    </dgm:pt>
    <dgm:pt modelId="{5C114703-8647-4BDB-882F-FAC4A65BFCE5}" type="pres">
      <dgm:prSet presAssocID="{ADC17FB6-B1BC-4D80-B93A-1A6FD3DE4294}" presName="bentUpArrow1" presStyleLbl="alignImgPlace1" presStyleIdx="1" presStyleCnt="4"/>
      <dgm:spPr/>
    </dgm:pt>
    <dgm:pt modelId="{0117EDBD-5D26-47D0-9CAF-D53474C3DCEF}" type="pres">
      <dgm:prSet presAssocID="{ADC17FB6-B1BC-4D80-B93A-1A6FD3DE4294}" presName="ParentText" presStyleLbl="node1" presStyleIdx="1" presStyleCnt="5">
        <dgm:presLayoutVars>
          <dgm:chMax val="1"/>
          <dgm:chPref val="1"/>
          <dgm:bulletEnabled val="1"/>
        </dgm:presLayoutVars>
      </dgm:prSet>
      <dgm:spPr/>
    </dgm:pt>
    <dgm:pt modelId="{A71E5A1F-3FDA-42C7-A8DD-AC7E496A4A1F}" type="pres">
      <dgm:prSet presAssocID="{ADC17FB6-B1BC-4D80-B93A-1A6FD3DE4294}" presName="ChildText" presStyleLbl="revTx" presStyleIdx="1" presStyleCnt="4">
        <dgm:presLayoutVars>
          <dgm:chMax val="0"/>
          <dgm:chPref val="0"/>
          <dgm:bulletEnabled val="1"/>
        </dgm:presLayoutVars>
      </dgm:prSet>
      <dgm:spPr/>
    </dgm:pt>
    <dgm:pt modelId="{A1DC08F7-4A9C-4195-A2AA-344D52EFA6E0}" type="pres">
      <dgm:prSet presAssocID="{87F2CFBF-E039-4A48-A3DC-82FDB2D0A482}" presName="sibTrans" presStyleCnt="0"/>
      <dgm:spPr/>
    </dgm:pt>
    <dgm:pt modelId="{5DDAC262-DC87-4D54-A86D-275EECD37DE2}" type="pres">
      <dgm:prSet presAssocID="{BD1303F4-7C80-41D8-A0C7-C3D9FB8FA5A8}" presName="composite" presStyleCnt="0"/>
      <dgm:spPr/>
    </dgm:pt>
    <dgm:pt modelId="{8D48E996-E602-42C5-B810-3E5224C28888}" type="pres">
      <dgm:prSet presAssocID="{BD1303F4-7C80-41D8-A0C7-C3D9FB8FA5A8}" presName="bentUpArrow1" presStyleLbl="alignImgPlace1" presStyleIdx="2" presStyleCnt="4"/>
      <dgm:spPr/>
    </dgm:pt>
    <dgm:pt modelId="{D328CDBB-1169-4629-95D8-17A75348AD9F}" type="pres">
      <dgm:prSet presAssocID="{BD1303F4-7C80-41D8-A0C7-C3D9FB8FA5A8}" presName="ParentText" presStyleLbl="node1" presStyleIdx="2" presStyleCnt="5">
        <dgm:presLayoutVars>
          <dgm:chMax val="1"/>
          <dgm:chPref val="1"/>
          <dgm:bulletEnabled val="1"/>
        </dgm:presLayoutVars>
      </dgm:prSet>
      <dgm:spPr/>
    </dgm:pt>
    <dgm:pt modelId="{0A93AA2A-2D0E-4D69-9BE5-602F9E28E98F}" type="pres">
      <dgm:prSet presAssocID="{BD1303F4-7C80-41D8-A0C7-C3D9FB8FA5A8}" presName="ChildText" presStyleLbl="revTx" presStyleIdx="2" presStyleCnt="4">
        <dgm:presLayoutVars>
          <dgm:chMax val="0"/>
          <dgm:chPref val="0"/>
          <dgm:bulletEnabled val="1"/>
        </dgm:presLayoutVars>
      </dgm:prSet>
      <dgm:spPr/>
    </dgm:pt>
    <dgm:pt modelId="{5676BBB2-B755-4A20-B20C-841DE1AF6191}" type="pres">
      <dgm:prSet presAssocID="{CA040649-876C-4857-91F3-17EC18C50549}" presName="sibTrans" presStyleCnt="0"/>
      <dgm:spPr/>
    </dgm:pt>
    <dgm:pt modelId="{C8D6E261-BAF9-48FF-8B8F-D9FE7E52E50E}" type="pres">
      <dgm:prSet presAssocID="{2366C802-040C-458F-A642-1F591DC134CC}" presName="composite" presStyleCnt="0"/>
      <dgm:spPr/>
    </dgm:pt>
    <dgm:pt modelId="{106E60D4-2E15-4AE7-9D2B-0CBCB7971247}" type="pres">
      <dgm:prSet presAssocID="{2366C802-040C-458F-A642-1F591DC134CC}" presName="bentUpArrow1" presStyleLbl="alignImgPlace1" presStyleIdx="3" presStyleCnt="4"/>
      <dgm:spPr/>
    </dgm:pt>
    <dgm:pt modelId="{615C999B-857E-49FD-9C53-261ACAF0C8BF}" type="pres">
      <dgm:prSet presAssocID="{2366C802-040C-458F-A642-1F591DC134CC}" presName="ParentText" presStyleLbl="node1" presStyleIdx="3" presStyleCnt="5">
        <dgm:presLayoutVars>
          <dgm:chMax val="1"/>
          <dgm:chPref val="1"/>
          <dgm:bulletEnabled val="1"/>
        </dgm:presLayoutVars>
      </dgm:prSet>
      <dgm:spPr/>
    </dgm:pt>
    <dgm:pt modelId="{7E7D3667-7678-49B1-A4B2-84775758EAAA}" type="pres">
      <dgm:prSet presAssocID="{2366C802-040C-458F-A642-1F591DC134CC}" presName="ChildText" presStyleLbl="revTx" presStyleIdx="3" presStyleCnt="4">
        <dgm:presLayoutVars>
          <dgm:chMax val="0"/>
          <dgm:chPref val="0"/>
          <dgm:bulletEnabled val="1"/>
        </dgm:presLayoutVars>
      </dgm:prSet>
      <dgm:spPr/>
    </dgm:pt>
    <dgm:pt modelId="{EA981301-A855-4845-9FD2-8F2721D09A5A}" type="pres">
      <dgm:prSet presAssocID="{79E0DAB6-64CA-428C-869C-EF3994CFE9AF}" presName="sibTrans" presStyleCnt="0"/>
      <dgm:spPr/>
    </dgm:pt>
    <dgm:pt modelId="{17D0A9F8-84E1-4D4C-826A-9B8AD411640B}" type="pres">
      <dgm:prSet presAssocID="{B2D1F34C-107E-4FE9-80EE-B3B54ED63F53}" presName="composite" presStyleCnt="0"/>
      <dgm:spPr/>
    </dgm:pt>
    <dgm:pt modelId="{7C681EAB-67D2-40D8-BA6F-E28D961C48DC}" type="pres">
      <dgm:prSet presAssocID="{B2D1F34C-107E-4FE9-80EE-B3B54ED63F53}" presName="ParentText" presStyleLbl="node1" presStyleIdx="4" presStyleCnt="5">
        <dgm:presLayoutVars>
          <dgm:chMax val="1"/>
          <dgm:chPref val="1"/>
          <dgm:bulletEnabled val="1"/>
        </dgm:presLayoutVars>
      </dgm:prSet>
      <dgm:spPr/>
    </dgm:pt>
  </dgm:ptLst>
  <dgm:cxnLst>
    <dgm:cxn modelId="{474A3F0B-505D-4517-A42F-AA2CD9DB3E93}" srcId="{B5859587-1052-4FAC-B5B1-675BE573028F}" destId="{6128516D-2C6D-47DB-956C-CEB739686CB3}" srcOrd="0" destOrd="0" parTransId="{EB87309B-5EE6-4231-B75C-3E598A78F8C5}" sibTransId="{1E3BA307-18FD-410D-B055-6F99ED448F2F}"/>
    <dgm:cxn modelId="{8DC2511A-1AAC-4F41-A62B-C278C7BFA701}" srcId="{B5859587-1052-4FAC-B5B1-675BE573028F}" destId="{2366C802-040C-458F-A642-1F591DC134CC}" srcOrd="3" destOrd="0" parTransId="{1DDA671A-6ECE-4733-9F9C-45819B04858C}" sibTransId="{79E0DAB6-64CA-428C-869C-EF3994CFE9AF}"/>
    <dgm:cxn modelId="{F4D0E642-377B-4139-BE2B-589B96FD322B}" type="presOf" srcId="{BD1303F4-7C80-41D8-A0C7-C3D9FB8FA5A8}" destId="{D328CDBB-1169-4629-95D8-17A75348AD9F}" srcOrd="0" destOrd="0" presId="urn:microsoft.com/office/officeart/2005/8/layout/StepDownProcess"/>
    <dgm:cxn modelId="{237BF846-E617-42AC-A08E-A1BB9967FDDC}" type="presOf" srcId="{B2D1F34C-107E-4FE9-80EE-B3B54ED63F53}" destId="{7C681EAB-67D2-40D8-BA6F-E28D961C48DC}" srcOrd="0" destOrd="0" presId="urn:microsoft.com/office/officeart/2005/8/layout/StepDownProcess"/>
    <dgm:cxn modelId="{458EBD93-2BB3-48D4-85E8-87A7D8BC24BD}" type="presOf" srcId="{ADC17FB6-B1BC-4D80-B93A-1A6FD3DE4294}" destId="{0117EDBD-5D26-47D0-9CAF-D53474C3DCEF}" srcOrd="0" destOrd="0" presId="urn:microsoft.com/office/officeart/2005/8/layout/StepDownProcess"/>
    <dgm:cxn modelId="{B40CEEC3-9B2F-4E6D-9F54-C348E794FC24}" srcId="{B5859587-1052-4FAC-B5B1-675BE573028F}" destId="{BD1303F4-7C80-41D8-A0C7-C3D9FB8FA5A8}" srcOrd="2" destOrd="0" parTransId="{7D228AB8-4490-45DC-BC2D-BD72689DD44E}" sibTransId="{CA040649-876C-4857-91F3-17EC18C50549}"/>
    <dgm:cxn modelId="{19F40ACD-87B0-47FC-A7C4-7138C64D2CF3}" type="presOf" srcId="{6128516D-2C6D-47DB-956C-CEB739686CB3}" destId="{9DB24068-9D93-4834-A111-6963D469E99A}" srcOrd="0" destOrd="0" presId="urn:microsoft.com/office/officeart/2005/8/layout/StepDownProcess"/>
    <dgm:cxn modelId="{ACFC71D0-D896-426E-A2C2-F6AFCC1DF765}" type="presOf" srcId="{B5859587-1052-4FAC-B5B1-675BE573028F}" destId="{13E7F671-64EF-4ED2-9D1C-9CFC1E4A382F}" srcOrd="0" destOrd="0" presId="urn:microsoft.com/office/officeart/2005/8/layout/StepDownProcess"/>
    <dgm:cxn modelId="{AA6A6DD3-11E7-4356-AF4F-6C812D95BD2E}" srcId="{B5859587-1052-4FAC-B5B1-675BE573028F}" destId="{B2D1F34C-107E-4FE9-80EE-B3B54ED63F53}" srcOrd="4" destOrd="0" parTransId="{A996905E-CD71-48D0-8F7D-6EFD999B5502}" sibTransId="{9FFB60CD-A4B9-4169-9EB0-BA96C60046EF}"/>
    <dgm:cxn modelId="{D94587E2-A7DA-4BF7-AE7D-218A0AC3899D}" srcId="{B5859587-1052-4FAC-B5B1-675BE573028F}" destId="{ADC17FB6-B1BC-4D80-B93A-1A6FD3DE4294}" srcOrd="1" destOrd="0" parTransId="{FB8EA4F8-879B-4D43-8DD2-F07AFBB73B52}" sibTransId="{87F2CFBF-E039-4A48-A3DC-82FDB2D0A482}"/>
    <dgm:cxn modelId="{BDE931F8-E880-40A9-B320-0456DB87F8A1}" type="presOf" srcId="{2366C802-040C-458F-A642-1F591DC134CC}" destId="{615C999B-857E-49FD-9C53-261ACAF0C8BF}" srcOrd="0" destOrd="0" presId="urn:microsoft.com/office/officeart/2005/8/layout/StepDownProcess"/>
    <dgm:cxn modelId="{3A64A914-82AE-4837-8E62-31D5B2A10C56}" type="presParOf" srcId="{13E7F671-64EF-4ED2-9D1C-9CFC1E4A382F}" destId="{2B371E4A-9D8F-428D-97BD-3C02C587BCC4}" srcOrd="0" destOrd="0" presId="urn:microsoft.com/office/officeart/2005/8/layout/StepDownProcess"/>
    <dgm:cxn modelId="{453C8598-6098-47EB-8E37-8F7A63C58D89}" type="presParOf" srcId="{2B371E4A-9D8F-428D-97BD-3C02C587BCC4}" destId="{29F32695-8B06-45DF-9BE5-2B79F2DAD8BD}" srcOrd="0" destOrd="0" presId="urn:microsoft.com/office/officeart/2005/8/layout/StepDownProcess"/>
    <dgm:cxn modelId="{03EB512F-D8D8-433A-BA28-00D45F4379F1}" type="presParOf" srcId="{2B371E4A-9D8F-428D-97BD-3C02C587BCC4}" destId="{9DB24068-9D93-4834-A111-6963D469E99A}" srcOrd="1" destOrd="0" presId="urn:microsoft.com/office/officeart/2005/8/layout/StepDownProcess"/>
    <dgm:cxn modelId="{28C95AA7-D5D8-4297-ABDB-29155579C143}" type="presParOf" srcId="{2B371E4A-9D8F-428D-97BD-3C02C587BCC4}" destId="{F8DD2CF6-F979-49BA-A4B1-499EF1C0C6BC}" srcOrd="2" destOrd="0" presId="urn:microsoft.com/office/officeart/2005/8/layout/StepDownProcess"/>
    <dgm:cxn modelId="{A8A25449-AC55-45EF-8A7C-6C2EE35F62AB}" type="presParOf" srcId="{13E7F671-64EF-4ED2-9D1C-9CFC1E4A382F}" destId="{0B0DCD1C-DD27-4F98-B908-8D1BDD0FBE5B}" srcOrd="1" destOrd="0" presId="urn:microsoft.com/office/officeart/2005/8/layout/StepDownProcess"/>
    <dgm:cxn modelId="{3C74260B-AEB3-40E5-B288-82AFC74BA042}" type="presParOf" srcId="{13E7F671-64EF-4ED2-9D1C-9CFC1E4A382F}" destId="{317CB976-81D6-479E-9B13-6DA1D459C20E}" srcOrd="2" destOrd="0" presId="urn:microsoft.com/office/officeart/2005/8/layout/StepDownProcess"/>
    <dgm:cxn modelId="{2A690B92-0528-4055-AAD3-FE8C41E22FDF}" type="presParOf" srcId="{317CB976-81D6-479E-9B13-6DA1D459C20E}" destId="{5C114703-8647-4BDB-882F-FAC4A65BFCE5}" srcOrd="0" destOrd="0" presId="urn:microsoft.com/office/officeart/2005/8/layout/StepDownProcess"/>
    <dgm:cxn modelId="{2F51C6DB-7877-4510-9735-B4E34F438138}" type="presParOf" srcId="{317CB976-81D6-479E-9B13-6DA1D459C20E}" destId="{0117EDBD-5D26-47D0-9CAF-D53474C3DCEF}" srcOrd="1" destOrd="0" presId="urn:microsoft.com/office/officeart/2005/8/layout/StepDownProcess"/>
    <dgm:cxn modelId="{AE3134A9-018F-4D71-AF42-485F3BCEE7BA}" type="presParOf" srcId="{317CB976-81D6-479E-9B13-6DA1D459C20E}" destId="{A71E5A1F-3FDA-42C7-A8DD-AC7E496A4A1F}" srcOrd="2" destOrd="0" presId="urn:microsoft.com/office/officeart/2005/8/layout/StepDownProcess"/>
    <dgm:cxn modelId="{A3E1CA64-2033-4E96-988E-8E84D126959D}" type="presParOf" srcId="{13E7F671-64EF-4ED2-9D1C-9CFC1E4A382F}" destId="{A1DC08F7-4A9C-4195-A2AA-344D52EFA6E0}" srcOrd="3" destOrd="0" presId="urn:microsoft.com/office/officeart/2005/8/layout/StepDownProcess"/>
    <dgm:cxn modelId="{4CFC6601-8971-43E7-8C60-B3DABEC711AB}" type="presParOf" srcId="{13E7F671-64EF-4ED2-9D1C-9CFC1E4A382F}" destId="{5DDAC262-DC87-4D54-A86D-275EECD37DE2}" srcOrd="4" destOrd="0" presId="urn:microsoft.com/office/officeart/2005/8/layout/StepDownProcess"/>
    <dgm:cxn modelId="{4843BC14-AA3E-4690-93FB-C7E36CD9E5CA}" type="presParOf" srcId="{5DDAC262-DC87-4D54-A86D-275EECD37DE2}" destId="{8D48E996-E602-42C5-B810-3E5224C28888}" srcOrd="0" destOrd="0" presId="urn:microsoft.com/office/officeart/2005/8/layout/StepDownProcess"/>
    <dgm:cxn modelId="{759CD189-EC3F-4531-81E4-8FF2B6939E0B}" type="presParOf" srcId="{5DDAC262-DC87-4D54-A86D-275EECD37DE2}" destId="{D328CDBB-1169-4629-95D8-17A75348AD9F}" srcOrd="1" destOrd="0" presId="urn:microsoft.com/office/officeart/2005/8/layout/StepDownProcess"/>
    <dgm:cxn modelId="{04347D58-6A58-4E71-914D-A49147B52803}" type="presParOf" srcId="{5DDAC262-DC87-4D54-A86D-275EECD37DE2}" destId="{0A93AA2A-2D0E-4D69-9BE5-602F9E28E98F}" srcOrd="2" destOrd="0" presId="urn:microsoft.com/office/officeart/2005/8/layout/StepDownProcess"/>
    <dgm:cxn modelId="{8C8A6EC3-78B0-4CA6-B9F4-8DEC9C56FDC3}" type="presParOf" srcId="{13E7F671-64EF-4ED2-9D1C-9CFC1E4A382F}" destId="{5676BBB2-B755-4A20-B20C-841DE1AF6191}" srcOrd="5" destOrd="0" presId="urn:microsoft.com/office/officeart/2005/8/layout/StepDownProcess"/>
    <dgm:cxn modelId="{8C187238-413B-4C54-8D78-4BC9685EB84D}" type="presParOf" srcId="{13E7F671-64EF-4ED2-9D1C-9CFC1E4A382F}" destId="{C8D6E261-BAF9-48FF-8B8F-D9FE7E52E50E}" srcOrd="6" destOrd="0" presId="urn:microsoft.com/office/officeart/2005/8/layout/StepDownProcess"/>
    <dgm:cxn modelId="{32718786-9DA7-4EFC-9B60-AD22C1CCA703}" type="presParOf" srcId="{C8D6E261-BAF9-48FF-8B8F-D9FE7E52E50E}" destId="{106E60D4-2E15-4AE7-9D2B-0CBCB7971247}" srcOrd="0" destOrd="0" presId="urn:microsoft.com/office/officeart/2005/8/layout/StepDownProcess"/>
    <dgm:cxn modelId="{41184A85-F578-459B-9345-B9074A55C6CB}" type="presParOf" srcId="{C8D6E261-BAF9-48FF-8B8F-D9FE7E52E50E}" destId="{615C999B-857E-49FD-9C53-261ACAF0C8BF}" srcOrd="1" destOrd="0" presId="urn:microsoft.com/office/officeart/2005/8/layout/StepDownProcess"/>
    <dgm:cxn modelId="{0D15BAF3-6D1C-48BA-8581-8A3821B7847D}" type="presParOf" srcId="{C8D6E261-BAF9-48FF-8B8F-D9FE7E52E50E}" destId="{7E7D3667-7678-49B1-A4B2-84775758EAAA}" srcOrd="2" destOrd="0" presId="urn:microsoft.com/office/officeart/2005/8/layout/StepDownProcess"/>
    <dgm:cxn modelId="{AED461CE-7D08-4596-81A8-CF0628AA3EFF}" type="presParOf" srcId="{13E7F671-64EF-4ED2-9D1C-9CFC1E4A382F}" destId="{EA981301-A855-4845-9FD2-8F2721D09A5A}" srcOrd="7" destOrd="0" presId="urn:microsoft.com/office/officeart/2005/8/layout/StepDownProcess"/>
    <dgm:cxn modelId="{C26B8818-EC35-4DAA-A4F8-7CCE1076575F}" type="presParOf" srcId="{13E7F671-64EF-4ED2-9D1C-9CFC1E4A382F}" destId="{17D0A9F8-84E1-4D4C-826A-9B8AD411640B}" srcOrd="8" destOrd="0" presId="urn:microsoft.com/office/officeart/2005/8/layout/StepDownProcess"/>
    <dgm:cxn modelId="{DBD0FD8C-48D4-4DB3-8245-59DB8696D36E}" type="presParOf" srcId="{17D0A9F8-84E1-4D4C-826A-9B8AD411640B}" destId="{7C681EAB-67D2-40D8-BA6F-E28D961C48DC}" srcOrd="0" destOrd="0" presId="urn:microsoft.com/office/officeart/2005/8/layout/StepDownProcess"/>
  </dgm:cxnLst>
  <dgm:bg>
    <a:no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F32695-8B06-45DF-9BE5-2B79F2DAD8BD}">
      <dsp:nvSpPr>
        <dsp:cNvPr id="0" name=""/>
        <dsp:cNvSpPr/>
      </dsp:nvSpPr>
      <dsp:spPr>
        <a:xfrm rot="5400000">
          <a:off x="983858" y="524911"/>
          <a:ext cx="456822" cy="520076"/>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DB24068-9D93-4834-A111-6963D469E99A}">
      <dsp:nvSpPr>
        <dsp:cNvPr id="0" name=""/>
        <dsp:cNvSpPr/>
      </dsp:nvSpPr>
      <dsp:spPr>
        <a:xfrm>
          <a:off x="862827" y="18514"/>
          <a:ext cx="769020" cy="53828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a:ln>
                <a:solidFill>
                  <a:schemeClr val="bg2">
                    <a:lumMod val="10000"/>
                  </a:schemeClr>
                </a:solidFill>
              </a:ln>
              <a:solidFill>
                <a:schemeClr val="bg1"/>
              </a:solidFill>
            </a:rPr>
            <a:t>Node</a:t>
          </a:r>
          <a:endParaRPr lang="nl-NL" sz="1000" kern="1200" dirty="0">
            <a:ln>
              <a:solidFill>
                <a:schemeClr val="bg2">
                  <a:lumMod val="10000"/>
                </a:schemeClr>
              </a:solidFill>
            </a:ln>
            <a:solidFill>
              <a:schemeClr val="bg1"/>
            </a:solidFill>
          </a:endParaRPr>
        </a:p>
      </dsp:txBody>
      <dsp:txXfrm>
        <a:off x="889109" y="44796"/>
        <a:ext cx="716456" cy="485725"/>
      </dsp:txXfrm>
    </dsp:sp>
    <dsp:sp modelId="{F8DD2CF6-F979-49BA-A4B1-499EF1C0C6BC}">
      <dsp:nvSpPr>
        <dsp:cNvPr id="0" name=""/>
        <dsp:cNvSpPr/>
      </dsp:nvSpPr>
      <dsp:spPr>
        <a:xfrm>
          <a:off x="1631848" y="69852"/>
          <a:ext cx="559312" cy="435069"/>
        </a:xfrm>
        <a:prstGeom prst="rect">
          <a:avLst/>
        </a:prstGeom>
        <a:noFill/>
        <a:ln>
          <a:noFill/>
        </a:ln>
        <a:effectLst/>
      </dsp:spPr>
      <dsp:style>
        <a:lnRef idx="0">
          <a:scrgbClr r="0" g="0" b="0"/>
        </a:lnRef>
        <a:fillRef idx="0">
          <a:scrgbClr r="0" g="0" b="0"/>
        </a:fillRef>
        <a:effectRef idx="0">
          <a:scrgbClr r="0" g="0" b="0"/>
        </a:effectRef>
        <a:fontRef idx="minor"/>
      </dsp:style>
    </dsp:sp>
    <dsp:sp modelId="{5C114703-8647-4BDB-882F-FAC4A65BFCE5}">
      <dsp:nvSpPr>
        <dsp:cNvPr id="0" name=""/>
        <dsp:cNvSpPr/>
      </dsp:nvSpPr>
      <dsp:spPr>
        <a:xfrm rot="5400000">
          <a:off x="1621457" y="1129588"/>
          <a:ext cx="456822" cy="520076"/>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17EDBD-5D26-47D0-9CAF-D53474C3DCEF}">
      <dsp:nvSpPr>
        <dsp:cNvPr id="0" name=""/>
        <dsp:cNvSpPr/>
      </dsp:nvSpPr>
      <dsp:spPr>
        <a:xfrm>
          <a:off x="1500427" y="623191"/>
          <a:ext cx="769020" cy="53828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a:ln>
                <a:solidFill>
                  <a:schemeClr val="bg2">
                    <a:lumMod val="10000"/>
                  </a:schemeClr>
                </a:solidFill>
              </a:ln>
              <a:solidFill>
                <a:schemeClr val="bg1"/>
              </a:solidFill>
            </a:rPr>
            <a:t>Gateway</a:t>
          </a:r>
          <a:endParaRPr lang="nl-NL" sz="1000" kern="1200" dirty="0">
            <a:ln>
              <a:solidFill>
                <a:schemeClr val="bg2">
                  <a:lumMod val="10000"/>
                </a:schemeClr>
              </a:solidFill>
            </a:ln>
            <a:solidFill>
              <a:schemeClr val="bg1"/>
            </a:solidFill>
          </a:endParaRPr>
        </a:p>
      </dsp:txBody>
      <dsp:txXfrm>
        <a:off x="1526709" y="649473"/>
        <a:ext cx="716456" cy="485725"/>
      </dsp:txXfrm>
    </dsp:sp>
    <dsp:sp modelId="{A71E5A1F-3FDA-42C7-A8DD-AC7E496A4A1F}">
      <dsp:nvSpPr>
        <dsp:cNvPr id="0" name=""/>
        <dsp:cNvSpPr/>
      </dsp:nvSpPr>
      <dsp:spPr>
        <a:xfrm>
          <a:off x="2269448" y="674529"/>
          <a:ext cx="559312" cy="435069"/>
        </a:xfrm>
        <a:prstGeom prst="rect">
          <a:avLst/>
        </a:prstGeom>
        <a:noFill/>
        <a:ln>
          <a:noFill/>
        </a:ln>
        <a:effectLst/>
      </dsp:spPr>
      <dsp:style>
        <a:lnRef idx="0">
          <a:scrgbClr r="0" g="0" b="0"/>
        </a:lnRef>
        <a:fillRef idx="0">
          <a:scrgbClr r="0" g="0" b="0"/>
        </a:fillRef>
        <a:effectRef idx="0">
          <a:scrgbClr r="0" g="0" b="0"/>
        </a:effectRef>
        <a:fontRef idx="minor"/>
      </dsp:style>
    </dsp:sp>
    <dsp:sp modelId="{8D48E996-E602-42C5-B810-3E5224C28888}">
      <dsp:nvSpPr>
        <dsp:cNvPr id="0" name=""/>
        <dsp:cNvSpPr/>
      </dsp:nvSpPr>
      <dsp:spPr>
        <a:xfrm rot="5400000">
          <a:off x="2259057" y="1734264"/>
          <a:ext cx="456822" cy="520076"/>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28CDBB-1169-4629-95D8-17A75348AD9F}">
      <dsp:nvSpPr>
        <dsp:cNvPr id="0" name=""/>
        <dsp:cNvSpPr/>
      </dsp:nvSpPr>
      <dsp:spPr>
        <a:xfrm>
          <a:off x="2138027" y="1227867"/>
          <a:ext cx="769020" cy="53828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a:ln>
                <a:solidFill>
                  <a:schemeClr val="bg2">
                    <a:lumMod val="10000"/>
                  </a:schemeClr>
                </a:solidFill>
              </a:ln>
              <a:solidFill>
                <a:schemeClr val="bg1"/>
              </a:solidFill>
            </a:rPr>
            <a:t>Server</a:t>
          </a:r>
          <a:endParaRPr lang="nl-NL" sz="1000" kern="1200" dirty="0">
            <a:ln>
              <a:solidFill>
                <a:schemeClr val="bg2">
                  <a:lumMod val="10000"/>
                </a:schemeClr>
              </a:solidFill>
            </a:ln>
            <a:solidFill>
              <a:schemeClr val="bg1"/>
            </a:solidFill>
          </a:endParaRPr>
        </a:p>
      </dsp:txBody>
      <dsp:txXfrm>
        <a:off x="2164309" y="1254149"/>
        <a:ext cx="716456" cy="485725"/>
      </dsp:txXfrm>
    </dsp:sp>
    <dsp:sp modelId="{0A93AA2A-2D0E-4D69-9BE5-602F9E28E98F}">
      <dsp:nvSpPr>
        <dsp:cNvPr id="0" name=""/>
        <dsp:cNvSpPr/>
      </dsp:nvSpPr>
      <dsp:spPr>
        <a:xfrm>
          <a:off x="2907047" y="1279205"/>
          <a:ext cx="559312" cy="435069"/>
        </a:xfrm>
        <a:prstGeom prst="rect">
          <a:avLst/>
        </a:prstGeom>
        <a:noFill/>
        <a:ln>
          <a:noFill/>
        </a:ln>
        <a:effectLst/>
      </dsp:spPr>
      <dsp:style>
        <a:lnRef idx="0">
          <a:scrgbClr r="0" g="0" b="0"/>
        </a:lnRef>
        <a:fillRef idx="0">
          <a:scrgbClr r="0" g="0" b="0"/>
        </a:fillRef>
        <a:effectRef idx="0">
          <a:scrgbClr r="0" g="0" b="0"/>
        </a:effectRef>
        <a:fontRef idx="minor"/>
      </dsp:style>
    </dsp:sp>
    <dsp:sp modelId="{106E60D4-2E15-4AE7-9D2B-0CBCB7971247}">
      <dsp:nvSpPr>
        <dsp:cNvPr id="0" name=""/>
        <dsp:cNvSpPr/>
      </dsp:nvSpPr>
      <dsp:spPr>
        <a:xfrm rot="5400000">
          <a:off x="2896657" y="2338941"/>
          <a:ext cx="456822" cy="520076"/>
        </a:xfrm>
        <a:prstGeom prst="bentUpArrow">
          <a:avLst>
            <a:gd name="adj1" fmla="val 32840"/>
            <a:gd name="adj2" fmla="val 25000"/>
            <a:gd name="adj3" fmla="val 3578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15C999B-857E-49FD-9C53-261ACAF0C8BF}">
      <dsp:nvSpPr>
        <dsp:cNvPr id="0" name=""/>
        <dsp:cNvSpPr/>
      </dsp:nvSpPr>
      <dsp:spPr>
        <a:xfrm>
          <a:off x="2775626" y="1832544"/>
          <a:ext cx="769020" cy="53828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ln>
                <a:solidFill>
                  <a:schemeClr val="bg2">
                    <a:lumMod val="10000"/>
                  </a:schemeClr>
                </a:solidFill>
              </a:ln>
              <a:solidFill>
                <a:schemeClr val="bg1"/>
              </a:solidFill>
            </a:rPr>
            <a:t>Application</a:t>
          </a:r>
          <a:endParaRPr lang="nl-NL" sz="1000" kern="1200" dirty="0">
            <a:ln>
              <a:solidFill>
                <a:schemeClr val="bg2">
                  <a:lumMod val="10000"/>
                </a:schemeClr>
              </a:solidFill>
            </a:ln>
            <a:solidFill>
              <a:schemeClr val="bg1"/>
            </a:solidFill>
          </a:endParaRPr>
        </a:p>
      </dsp:txBody>
      <dsp:txXfrm>
        <a:off x="2801908" y="1858826"/>
        <a:ext cx="716456" cy="485725"/>
      </dsp:txXfrm>
    </dsp:sp>
    <dsp:sp modelId="{7E7D3667-7678-49B1-A4B2-84775758EAAA}">
      <dsp:nvSpPr>
        <dsp:cNvPr id="0" name=""/>
        <dsp:cNvSpPr/>
      </dsp:nvSpPr>
      <dsp:spPr>
        <a:xfrm>
          <a:off x="3544647" y="1883882"/>
          <a:ext cx="559312" cy="435069"/>
        </a:xfrm>
        <a:prstGeom prst="rect">
          <a:avLst/>
        </a:prstGeom>
        <a:noFill/>
        <a:ln>
          <a:noFill/>
        </a:ln>
        <a:effectLst/>
      </dsp:spPr>
      <dsp:style>
        <a:lnRef idx="0">
          <a:scrgbClr r="0" g="0" b="0"/>
        </a:lnRef>
        <a:fillRef idx="0">
          <a:scrgbClr r="0" g="0" b="0"/>
        </a:fillRef>
        <a:effectRef idx="0">
          <a:scrgbClr r="0" g="0" b="0"/>
        </a:effectRef>
        <a:fontRef idx="minor"/>
      </dsp:style>
    </dsp:sp>
    <dsp:sp modelId="{7C681EAB-67D2-40D8-BA6F-E28D961C48DC}">
      <dsp:nvSpPr>
        <dsp:cNvPr id="0" name=""/>
        <dsp:cNvSpPr/>
      </dsp:nvSpPr>
      <dsp:spPr>
        <a:xfrm>
          <a:off x="3413226" y="2437221"/>
          <a:ext cx="769020" cy="538289"/>
        </a:xfrm>
        <a:prstGeom prst="roundRect">
          <a:avLst>
            <a:gd name="adj" fmla="val 166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GB" sz="1000" kern="1200" dirty="0">
              <a:ln>
                <a:solidFill>
                  <a:schemeClr val="bg2">
                    <a:lumMod val="10000"/>
                  </a:schemeClr>
                </a:solidFill>
              </a:ln>
              <a:solidFill>
                <a:schemeClr val="bg1"/>
              </a:solidFill>
            </a:rPr>
            <a:t>Database</a:t>
          </a:r>
          <a:endParaRPr lang="nl-NL" sz="1000" kern="1200" dirty="0">
            <a:ln>
              <a:solidFill>
                <a:schemeClr val="bg2">
                  <a:lumMod val="10000"/>
                </a:schemeClr>
              </a:solidFill>
            </a:ln>
            <a:solidFill>
              <a:schemeClr val="bg1"/>
            </a:solidFill>
          </a:endParaRPr>
        </a:p>
      </dsp:txBody>
      <dsp:txXfrm>
        <a:off x="3439508" y="2463503"/>
        <a:ext cx="716456" cy="485725"/>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jdelijke aanduiding voor datum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nl-NL" sz="1200"/>
            </a:lvl1pPr>
          </a:lstStyle>
          <a:p>
            <a:pPr rtl="0"/>
            <a:fld id="{516B42AC-0423-44A8-A136-C666C9B5A560}" type="datetime1">
              <a:rPr lang="nl-NL" smtClean="0"/>
              <a:t>31-8-2026</a:t>
            </a:fld>
            <a:endParaRPr lang="nl-NL" dirty="0"/>
          </a:p>
        </p:txBody>
      </p:sp>
      <p:sp>
        <p:nvSpPr>
          <p:cNvPr id="6" name="Tijdelijke aanduiding voor dianumm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nl-NL" sz="1200"/>
            </a:lvl1pPr>
          </a:lstStyle>
          <a:p>
            <a:pPr rtl="0"/>
            <a:fld id="{E2C230DF-5933-439D-898F-38E9AC9BA688}" type="slidenum">
              <a:rPr lang="nl-NL" smtClean="0"/>
              <a:t>‹#›</a:t>
            </a:fld>
            <a:endParaRPr lang="nl-NL" dirty="0"/>
          </a:p>
        </p:txBody>
      </p:sp>
      <p:sp>
        <p:nvSpPr>
          <p:cNvPr id="7" name="Tijdelijke aanduiding voor voettekst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nl-NL" sz="1200"/>
            </a:lvl1pPr>
          </a:lstStyle>
          <a:p>
            <a:pPr rtl="0"/>
            <a:endParaRPr lang="nl-NL" dirty="0"/>
          </a:p>
        </p:txBody>
      </p:sp>
      <p:sp>
        <p:nvSpPr>
          <p:cNvPr id="8" name="Tijdelijke aanduiding voor koptekst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nl-NL" sz="1200"/>
            </a:lvl1pPr>
          </a:lstStyle>
          <a:p>
            <a:pPr rtl="0"/>
            <a:endParaRPr lang="nl-NL"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nl-NL" sz="1200"/>
            </a:lvl1pPr>
          </a:lstStyle>
          <a:p>
            <a:pPr rtl="0"/>
            <a:endParaRPr lang="nl-NL" dirty="0"/>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nl-NL" sz="1200"/>
            </a:lvl1pPr>
          </a:lstStyle>
          <a:p>
            <a:fld id="{6214D7E3-FCD1-42E5-A197-7F8C07DB81DF}" type="datetime1">
              <a:rPr lang="nl-NL" smtClean="0"/>
              <a:pPr/>
              <a:t>31-8-2026</a:t>
            </a:fld>
            <a:endParaRPr lang="nl-NL" dirty="0"/>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nl-NL"/>
            </a:defPPr>
          </a:lstStyle>
          <a:p>
            <a:pPr rtl="0"/>
            <a:endParaRPr lang="nl-NL" dirty="0"/>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nl-NL"/>
            </a:defPPr>
          </a:lstStyle>
          <a:p>
            <a:pPr lvl="0" rtl="0"/>
            <a:r>
              <a:rPr lang="nl-NL"/>
              <a:t>Klik om de tekststijlen van het model te bewerken</a:t>
            </a:r>
          </a:p>
          <a:p>
            <a:pPr lvl="1" rtl="0"/>
            <a:r>
              <a:rPr lang="nl-NL"/>
              <a:t>Tweede niveau</a:t>
            </a:r>
          </a:p>
          <a:p>
            <a:pPr lvl="2" rtl="0"/>
            <a:r>
              <a:rPr lang="nl-NL"/>
              <a:t>Derde niveau</a:t>
            </a:r>
          </a:p>
          <a:p>
            <a:pPr lvl="3" rtl="0"/>
            <a:r>
              <a:rPr lang="nl-NL"/>
              <a:t>Vierde niveau</a:t>
            </a:r>
          </a:p>
          <a:p>
            <a:pPr lvl="4" rtl="0"/>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nl-NL" sz="1200"/>
            </a:lvl1pPr>
          </a:lstStyle>
          <a:p>
            <a:pPr rtl="0"/>
            <a:endParaRPr lang="nl-NL" dirty="0"/>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nl-NL" sz="1200"/>
            </a:lvl1pPr>
          </a:lstStyle>
          <a:p>
            <a:pPr rtl="0"/>
            <a:fld id="{A89C7E07-3C67-C64C-8DA0-0404F6303970}" type="slidenum">
              <a:rPr lang="nl-NL" smtClean="0"/>
              <a:t>‹#›</a:t>
            </a:fld>
            <a:endParaRPr lang="nl-NL"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lang="nl-NL" sz="1200" kern="1200">
        <a:solidFill>
          <a:schemeClr val="tx1"/>
        </a:solidFill>
        <a:latin typeface="+mn-lt"/>
        <a:ea typeface="+mn-ea"/>
        <a:cs typeface="+mn-cs"/>
      </a:defRPr>
    </a:lvl1pPr>
    <a:lvl2pPr marL="457200" algn="l" defTabSz="914400" rtl="0" eaLnBrk="1" latinLnBrk="0" hangingPunct="1">
      <a:defRPr lang="nl-NL" sz="1200" kern="1200">
        <a:solidFill>
          <a:schemeClr val="tx1"/>
        </a:solidFill>
        <a:latin typeface="+mn-lt"/>
        <a:ea typeface="+mn-ea"/>
        <a:cs typeface="+mn-cs"/>
      </a:defRPr>
    </a:lvl2pPr>
    <a:lvl3pPr marL="914400" algn="l" defTabSz="914400" rtl="0" eaLnBrk="1" latinLnBrk="0" hangingPunct="1">
      <a:defRPr lang="nl-NL" sz="1200" kern="1200">
        <a:solidFill>
          <a:schemeClr val="tx1"/>
        </a:solidFill>
        <a:latin typeface="+mn-lt"/>
        <a:ea typeface="+mn-ea"/>
        <a:cs typeface="+mn-cs"/>
      </a:defRPr>
    </a:lvl3pPr>
    <a:lvl4pPr marL="1371600" algn="l" defTabSz="914400" rtl="0" eaLnBrk="1" latinLnBrk="0" hangingPunct="1">
      <a:defRPr lang="nl-NL" sz="1200" kern="1200">
        <a:solidFill>
          <a:schemeClr val="tx1"/>
        </a:solidFill>
        <a:latin typeface="+mn-lt"/>
        <a:ea typeface="+mn-ea"/>
        <a:cs typeface="+mn-cs"/>
      </a:defRPr>
    </a:lvl4pPr>
    <a:lvl5pPr marL="1828800" algn="l" defTabSz="914400" rtl="0" eaLnBrk="1" latinLnBrk="0" hangingPunct="1">
      <a:defRPr lang="nl-NL" sz="1200" kern="1200">
        <a:solidFill>
          <a:schemeClr val="tx1"/>
        </a:solidFill>
        <a:latin typeface="+mn-lt"/>
        <a:ea typeface="+mn-ea"/>
        <a:cs typeface="+mn-cs"/>
      </a:defRPr>
    </a:lvl5pPr>
    <a:lvl6pPr marL="2286000" algn="l" defTabSz="914400" rtl="0" eaLnBrk="1" latinLnBrk="0" hangingPunct="1">
      <a:defRPr lang="nl-NL" sz="1200" kern="1200">
        <a:solidFill>
          <a:schemeClr val="tx1"/>
        </a:solidFill>
        <a:latin typeface="+mn-lt"/>
        <a:ea typeface="+mn-ea"/>
        <a:cs typeface="+mn-cs"/>
      </a:defRPr>
    </a:lvl6pPr>
    <a:lvl7pPr marL="2743200" algn="l" defTabSz="914400" rtl="0" eaLnBrk="1" latinLnBrk="0" hangingPunct="1">
      <a:defRPr lang="nl-NL" sz="1200" kern="1200">
        <a:solidFill>
          <a:schemeClr val="tx1"/>
        </a:solidFill>
        <a:latin typeface="+mn-lt"/>
        <a:ea typeface="+mn-ea"/>
        <a:cs typeface="+mn-cs"/>
      </a:defRPr>
    </a:lvl7pPr>
    <a:lvl8pPr marL="3200400" algn="l" defTabSz="914400" rtl="0" eaLnBrk="1" latinLnBrk="0" hangingPunct="1">
      <a:defRPr lang="nl-NL" sz="1200" kern="1200">
        <a:solidFill>
          <a:schemeClr val="tx1"/>
        </a:solidFill>
        <a:latin typeface="+mn-lt"/>
        <a:ea typeface="+mn-ea"/>
        <a:cs typeface="+mn-cs"/>
      </a:defRPr>
    </a:lvl8pPr>
    <a:lvl9pPr marL="3657600" algn="l" defTabSz="914400" rtl="0" eaLnBrk="1" latinLnBrk="0" hangingPunct="1">
      <a:defRPr lang="nl-NL"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rtl="0"/>
            <a:endParaRPr lang="nl-NL" dirty="0"/>
          </a:p>
        </p:txBody>
      </p:sp>
      <p:sp>
        <p:nvSpPr>
          <p:cNvPr id="4" name="Tijdelijke aanduiding voor dianummer 3"/>
          <p:cNvSpPr>
            <a:spLocks noGrp="1"/>
          </p:cNvSpPr>
          <p:nvPr>
            <p:ph type="sldNum" sz="quarter" idx="5"/>
          </p:nvPr>
        </p:nvSpPr>
        <p:spPr/>
        <p:txBody>
          <a:bodyPr rtlCol="0"/>
          <a:lstStyle>
            <a:defPPr>
              <a:defRPr lang="nl-NL"/>
            </a:defPPr>
          </a:lstStyle>
          <a:p>
            <a:pPr rtl="0"/>
            <a:fld id="{A89C7E07-3C67-C64C-8DA0-0404F6303970}" type="slidenum">
              <a:rPr lang="nl-NL" smtClean="0"/>
              <a:t>1</a:t>
            </a:fld>
            <a:endParaRPr lang="nl-NL"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rtl="0"/>
            <a:endParaRPr lang="nl-NL" dirty="0"/>
          </a:p>
        </p:txBody>
      </p:sp>
      <p:sp>
        <p:nvSpPr>
          <p:cNvPr id="4" name="Tijdelijke aanduiding voor dianummer 3"/>
          <p:cNvSpPr>
            <a:spLocks noGrp="1"/>
          </p:cNvSpPr>
          <p:nvPr>
            <p:ph type="sldNum" sz="quarter" idx="5"/>
          </p:nvPr>
        </p:nvSpPr>
        <p:spPr/>
        <p:txBody>
          <a:bodyPr rtlCol="0"/>
          <a:lstStyle>
            <a:defPPr>
              <a:defRPr lang="nl-NL"/>
            </a:defPPr>
          </a:lstStyle>
          <a:p>
            <a:pPr rtl="0"/>
            <a:fld id="{A89C7E07-3C67-C64C-8DA0-0404F6303970}" type="slidenum">
              <a:rPr lang="nl-NL" smtClean="0"/>
              <a:t>2</a:t>
            </a:fld>
            <a:endParaRPr lang="nl-NL" dirty="0"/>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rtl="0"/>
            <a:r>
              <a:rPr lang="en-GB" dirty="0"/>
              <a:t>De casus:</a:t>
            </a:r>
          </a:p>
          <a:p>
            <a:pPr marL="342900" indent="-342900">
              <a:buFont typeface="Wingdings" panose="05000000000000000000" pitchFamily="2" charset="2"/>
              <a:buChar char="Ø"/>
            </a:pPr>
            <a:r>
              <a:rPr lang="nl-NL" sz="1200" dirty="0"/>
              <a:t>Extreme weersomstandigheden en hevige regenbuien in korte tijd, dat het riool dit niet aankan</a:t>
            </a:r>
          </a:p>
          <a:p>
            <a:pPr marL="342900" indent="-342900">
              <a:buFont typeface="Wingdings" panose="05000000000000000000" pitchFamily="2" charset="2"/>
              <a:buChar char="Ø"/>
            </a:pPr>
            <a:r>
              <a:rPr lang="nl-NL" sz="1200" dirty="0"/>
              <a:t>Zoveel water zorgt voor overlast en schade aan straten, huizen en tuinen</a:t>
            </a:r>
          </a:p>
          <a:p>
            <a:pPr marL="342900" indent="-342900">
              <a:buFont typeface="Wingdings" panose="05000000000000000000" pitchFamily="2" charset="2"/>
              <a:buChar char="Ø"/>
            </a:pPr>
            <a:r>
              <a:rPr lang="nl-NL" sz="1200" dirty="0"/>
              <a:t>Regenwater is schoon water, gratis en hoort niet in het riool</a:t>
            </a:r>
          </a:p>
          <a:p>
            <a:pPr marL="342900" indent="-342900">
              <a:buFont typeface="Wingdings" panose="05000000000000000000" pitchFamily="2" charset="2"/>
              <a:buChar char="Ø"/>
            </a:pPr>
            <a:r>
              <a:rPr lang="nl-NL" sz="1200" dirty="0"/>
              <a:t>Apeldoorn wil wateroverlast voorkomen en het regenwater teruggeven aan de natuur</a:t>
            </a:r>
          </a:p>
          <a:p>
            <a:pPr marL="342900" indent="-342900">
              <a:buFont typeface="Wingdings" panose="05000000000000000000" pitchFamily="2" charset="2"/>
              <a:buChar char="Ø"/>
            </a:pPr>
            <a:r>
              <a:rPr lang="nl-NL" sz="1200" dirty="0"/>
              <a:t>De alternatieve is om de regenpijp bij de woning af te koppelen van het riool en het regenwater in een buffer op te slaan voor hergebruiken</a:t>
            </a:r>
          </a:p>
          <a:p>
            <a:pPr marL="342900" indent="-342900">
              <a:buFont typeface="Wingdings" panose="05000000000000000000" pitchFamily="2" charset="2"/>
              <a:buChar char="Ø"/>
            </a:pPr>
            <a:r>
              <a:rPr lang="nl-NL" sz="1200" dirty="0"/>
              <a:t>Gemeente Apeldoorn wil graag weten het effect van de afkoppeling.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nl-NL" sz="1200" dirty="0"/>
              <a:t>Hoeveel water er wordt opgevangen en over welke tijd deze wordt teruggegeven aan de omgeving?</a:t>
            </a:r>
          </a:p>
          <a:p>
            <a:pPr rtl="0"/>
            <a:endParaRPr lang="nl-NL" dirty="0"/>
          </a:p>
          <a:p>
            <a:pPr rtl="0"/>
            <a:r>
              <a:rPr lang="nl-NL" dirty="0"/>
              <a:t>De opdracht:</a:t>
            </a:r>
          </a:p>
          <a:p>
            <a:pPr>
              <a:buFont typeface="Wingdings" panose="05000000000000000000" pitchFamily="2" charset="2"/>
              <a:buChar char="ü"/>
            </a:pPr>
            <a:r>
              <a:rPr lang="nl-NL" sz="1200" dirty="0"/>
              <a:t>Een nieuwe product ontwikkelen genaamd "Regentonmeter“ die bestaat uit:</a:t>
            </a:r>
          </a:p>
          <a:p>
            <a:pPr>
              <a:buFont typeface="+mj-lt"/>
              <a:buAutoNum type="alphaUcPeriod"/>
            </a:pPr>
            <a:r>
              <a:rPr lang="nl-NL" sz="1200" dirty="0"/>
              <a:t>Een node die in op of aan regenwaterbuffer wordt gemonteerd</a:t>
            </a:r>
          </a:p>
          <a:p>
            <a:pPr>
              <a:buFont typeface="+mj-lt"/>
              <a:buAutoNum type="alphaUcPeriod"/>
            </a:pPr>
            <a:r>
              <a:rPr lang="nl-NL" sz="1200" dirty="0"/>
              <a:t>Een server applicatie waar de sensordata naar toe wordt gestuurd</a:t>
            </a:r>
          </a:p>
          <a:p>
            <a:pPr>
              <a:buFont typeface="+mj-lt"/>
              <a:buAutoNum type="alphaUcPeriod"/>
            </a:pPr>
            <a:r>
              <a:rPr lang="nl-NL" sz="1200" dirty="0"/>
              <a:t>een app waarmee de gebruiker kan zien hoeveel water is opgeslagen</a:t>
            </a:r>
          </a:p>
          <a:p>
            <a:pPr>
              <a:buFont typeface="+mj-lt"/>
              <a:buNone/>
            </a:pPr>
            <a:r>
              <a:rPr lang="nl-NL" sz="1200" dirty="0"/>
              <a:t># De focus in deze presentatie op het ontwikkelen van een </a:t>
            </a:r>
            <a:r>
              <a:rPr lang="nl-NL" sz="1200" dirty="0" err="1"/>
              <a:t>iot</a:t>
            </a:r>
            <a:r>
              <a:rPr lang="nl-NL" sz="1200" dirty="0"/>
              <a:t> systeem: - de software van de node – zenden, oriënteren en opslaan van de verzamelde data. </a:t>
            </a:r>
          </a:p>
          <a:p>
            <a:pPr rtl="0"/>
            <a:endParaRPr lang="nl-NL" dirty="0"/>
          </a:p>
        </p:txBody>
      </p:sp>
      <p:sp>
        <p:nvSpPr>
          <p:cNvPr id="4" name="Tijdelijke aanduiding voor dianummer 3"/>
          <p:cNvSpPr>
            <a:spLocks noGrp="1"/>
          </p:cNvSpPr>
          <p:nvPr>
            <p:ph type="sldNum" sz="quarter" idx="5"/>
          </p:nvPr>
        </p:nvSpPr>
        <p:spPr/>
        <p:txBody>
          <a:bodyPr rtlCol="0"/>
          <a:lstStyle>
            <a:defPPr>
              <a:defRPr lang="nl-NL"/>
            </a:defPPr>
          </a:lstStyle>
          <a:p>
            <a:pPr rtl="0"/>
            <a:fld id="{A89C7E07-3C67-C64C-8DA0-0404F6303970}" type="slidenum">
              <a:rPr lang="nl-NL" smtClean="0"/>
              <a:t>3</a:t>
            </a:fld>
            <a:endParaRPr lang="nl-NL" dirty="0"/>
          </a:p>
        </p:txBody>
      </p:sp>
    </p:spTree>
    <p:extLst>
      <p:ext uri="{BB962C8B-B14F-4D97-AF65-F5344CB8AC3E}">
        <p14:creationId xmlns:p14="http://schemas.microsoft.com/office/powerpoint/2010/main" val="2730433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De node: bestaat uit sensoren en microcontroller. </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              De sensoren zijn: 1- Een flowmeter: meten hoeveel water momenteel aan het stromen naar de buffer. Het wordt gebruikt in de app voor b.v. voorspeling en waarschuwing. </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                                           2- een levelmeter: meten het niveau van het water in de buffer. Het wordt gebruikt in de app om een toezicht te geven en als data voor opgeslagen water per unit en totaal in de hele                                                      gebied van Apeldoorn.</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                                           3- voltmeter: de </a:t>
            </a:r>
            <a:r>
              <a:rPr lang="nl-NL" dirty="0"/>
              <a:t>eigen health-state voor de batterij van de node waarnemen en doorgeven.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De communicatie techniek: </a:t>
            </a:r>
            <a:r>
              <a:rPr lang="nl-NL" sz="1200" b="0" i="0" kern="1200" dirty="0" err="1">
                <a:solidFill>
                  <a:schemeClr val="tx1"/>
                </a:solidFill>
                <a:effectLst/>
                <a:latin typeface="+mn-lt"/>
                <a:ea typeface="+mn-ea"/>
                <a:cs typeface="+mn-cs"/>
              </a:rPr>
              <a:t>LoRaWAN</a:t>
            </a:r>
            <a:r>
              <a:rPr lang="nl-NL" sz="1200" b="0" i="0" kern="1200" dirty="0">
                <a:solidFill>
                  <a:schemeClr val="tx1"/>
                </a:solidFill>
                <a:effectLst/>
                <a:latin typeface="+mn-lt"/>
                <a:ea typeface="+mn-ea"/>
                <a:cs typeface="+mn-cs"/>
              </a:rPr>
              <a:t> (Long Range Wide Area Network): draadloos netwerkprotocol voor IoT‑toepassingen met groot bereik, vrije licentie en schaalbaar.  De netwerk opereert door gateways die de radio signalen (</a:t>
            </a:r>
            <a:r>
              <a:rPr lang="nl-NL" sz="1200" b="0" i="0" kern="1200" dirty="0" err="1">
                <a:solidFill>
                  <a:schemeClr val="tx1"/>
                </a:solidFill>
                <a:effectLst/>
                <a:latin typeface="+mn-lt"/>
                <a:ea typeface="+mn-ea"/>
                <a:cs typeface="+mn-cs"/>
              </a:rPr>
              <a:t>uplink</a:t>
            </a:r>
            <a:r>
              <a:rPr lang="nl-NL" sz="1200" b="0" i="0" kern="1200" dirty="0">
                <a:solidFill>
                  <a:schemeClr val="tx1"/>
                </a:solidFill>
                <a:effectLst/>
                <a:latin typeface="+mn-lt"/>
                <a:ea typeface="+mn-ea"/>
                <a:cs typeface="+mn-cs"/>
              </a:rPr>
              <a:t> berichten) uit de </a:t>
            </a:r>
            <a:r>
              <a:rPr lang="nl-NL" sz="1200" b="0" i="0" kern="1200" dirty="0" err="1">
                <a:solidFill>
                  <a:schemeClr val="tx1"/>
                </a:solidFill>
                <a:effectLst/>
                <a:latin typeface="+mn-lt"/>
                <a:ea typeface="+mn-ea"/>
                <a:cs typeface="+mn-cs"/>
              </a:rPr>
              <a:t>nodes</a:t>
            </a:r>
            <a:r>
              <a:rPr lang="nl-NL" sz="1200" b="0" i="0" kern="1200" dirty="0">
                <a:solidFill>
                  <a:schemeClr val="tx1"/>
                </a:solidFill>
                <a:effectLst/>
                <a:latin typeface="+mn-lt"/>
                <a:ea typeface="+mn-ea"/>
                <a:cs typeface="+mn-cs"/>
              </a:rPr>
              <a:t> ontvangen en doorsturen naar de netwerk server en omgekeerd (downlink berichten).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De server: </a:t>
            </a:r>
            <a:r>
              <a:rPr lang="nl-NL" sz="1200" b="0" i="0" kern="1200" dirty="0" err="1">
                <a:solidFill>
                  <a:schemeClr val="tx1"/>
                </a:solidFill>
                <a:effectLst/>
                <a:latin typeface="+mn-lt"/>
                <a:ea typeface="+mn-ea"/>
                <a:cs typeface="+mn-cs"/>
              </a:rPr>
              <a:t>LoraWAN</a:t>
            </a:r>
            <a:r>
              <a:rPr lang="nl-NL" sz="1200" b="0" i="0" kern="1200" dirty="0">
                <a:solidFill>
                  <a:schemeClr val="tx1"/>
                </a:solidFill>
                <a:effectLst/>
                <a:latin typeface="+mn-lt"/>
                <a:ea typeface="+mn-ea"/>
                <a:cs typeface="+mn-cs"/>
              </a:rPr>
              <a:t> </a:t>
            </a:r>
            <a:r>
              <a:rPr lang="nl-NL" sz="1200" b="0" i="0" kern="1200" dirty="0" err="1">
                <a:solidFill>
                  <a:schemeClr val="tx1"/>
                </a:solidFill>
                <a:effectLst/>
                <a:latin typeface="+mn-lt"/>
                <a:ea typeface="+mn-ea"/>
                <a:cs typeface="+mn-cs"/>
              </a:rPr>
              <a:t>network</a:t>
            </a:r>
            <a:r>
              <a:rPr lang="nl-NL" sz="1200" b="0" i="0" kern="1200" dirty="0">
                <a:solidFill>
                  <a:schemeClr val="tx1"/>
                </a:solidFill>
                <a:effectLst/>
                <a:latin typeface="+mn-lt"/>
                <a:ea typeface="+mn-ea"/>
                <a:cs typeface="+mn-cs"/>
              </a:rPr>
              <a:t> server( The </a:t>
            </a:r>
            <a:r>
              <a:rPr lang="nl-NL" sz="1200" b="0" i="0" kern="1200" dirty="0" err="1">
                <a:solidFill>
                  <a:schemeClr val="tx1"/>
                </a:solidFill>
                <a:effectLst/>
                <a:latin typeface="+mn-lt"/>
                <a:ea typeface="+mn-ea"/>
                <a:cs typeface="+mn-cs"/>
              </a:rPr>
              <a:t>Things</a:t>
            </a:r>
            <a:r>
              <a:rPr lang="nl-NL" sz="1200" b="0" i="0" kern="1200" dirty="0">
                <a:solidFill>
                  <a:schemeClr val="tx1"/>
                </a:solidFill>
                <a:effectLst/>
                <a:latin typeface="+mn-lt"/>
                <a:ea typeface="+mn-ea"/>
                <a:cs typeface="+mn-cs"/>
              </a:rPr>
              <a:t> Stack). Het beheert op een veilige manier applicaties, eindapparaten en gateways en is ontwikkeld door The </a:t>
            </a:r>
            <a:r>
              <a:rPr lang="nl-NL" sz="1200" b="0" i="0" kern="1200" dirty="0" err="1">
                <a:solidFill>
                  <a:schemeClr val="tx1"/>
                </a:solidFill>
                <a:effectLst/>
                <a:latin typeface="+mn-lt"/>
                <a:ea typeface="+mn-ea"/>
                <a:cs typeface="+mn-cs"/>
              </a:rPr>
              <a:t>Things</a:t>
            </a:r>
            <a:r>
              <a:rPr lang="nl-NL" sz="1200" b="0" i="0" kern="1200" dirty="0">
                <a:solidFill>
                  <a:schemeClr val="tx1"/>
                </a:solidFill>
                <a:effectLst/>
                <a:latin typeface="+mn-lt"/>
                <a:ea typeface="+mn-ea"/>
                <a:cs typeface="+mn-cs"/>
              </a:rPr>
              <a:t> Industries. Er wordt deze voorlopig gebruikt voor het data ontvangen van de node.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b="0" i="0" kern="1200" dirty="0">
              <a:solidFill>
                <a:schemeClr val="tx1"/>
              </a:solidFill>
              <a:effectLst/>
              <a:latin typeface="+mn-lt"/>
              <a:ea typeface="+mn-ea"/>
              <a:cs typeface="+mn-cs"/>
            </a:endParaRPr>
          </a:p>
          <a:p>
            <a:pPr fontAlgn="t"/>
            <a:r>
              <a:rPr lang="nl-NL" sz="1200" b="0" i="0" kern="1200" dirty="0">
                <a:solidFill>
                  <a:schemeClr val="tx1"/>
                </a:solidFill>
                <a:effectLst/>
                <a:latin typeface="+mn-lt"/>
                <a:ea typeface="+mn-ea"/>
                <a:cs typeface="+mn-cs"/>
              </a:rPr>
              <a:t>De applicatie (gebruikersinterface): het Node-RED-dashboard is gebruikt als alternatief voor het visueel weergeven van de verwerkte data.</a:t>
            </a:r>
          </a:p>
        </p:txBody>
      </p:sp>
      <p:sp>
        <p:nvSpPr>
          <p:cNvPr id="4" name="Tijdelijke aanduiding voor dianummer 3"/>
          <p:cNvSpPr>
            <a:spLocks noGrp="1"/>
          </p:cNvSpPr>
          <p:nvPr>
            <p:ph type="sldNum" sz="quarter" idx="5"/>
          </p:nvPr>
        </p:nvSpPr>
        <p:spPr/>
        <p:txBody>
          <a:bodyPr rtlCol="0"/>
          <a:lstStyle>
            <a:defPPr>
              <a:defRPr lang="nl-NL"/>
            </a:defPPr>
          </a:lstStyle>
          <a:p>
            <a:pPr rtl="0"/>
            <a:fld id="{A89C7E07-3C67-C64C-8DA0-0404F6303970}" type="slidenum">
              <a:rPr lang="nl-NL" smtClean="0"/>
              <a:t>4</a:t>
            </a:fld>
            <a:endParaRPr lang="nl-NL" dirty="0"/>
          </a:p>
        </p:txBody>
      </p:sp>
    </p:spTree>
    <p:extLst>
      <p:ext uri="{BB962C8B-B14F-4D97-AF65-F5344CB8AC3E}">
        <p14:creationId xmlns:p14="http://schemas.microsoft.com/office/powerpoint/2010/main" val="3576248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rtl="0"/>
            <a:r>
              <a:rPr lang="nl-NL" dirty="0"/>
              <a:t>Deze slide beschrijft de dataflow van de IoT‑systeem gebaseerd op </a:t>
            </a:r>
            <a:r>
              <a:rPr lang="nl-NL" dirty="0" err="1"/>
              <a:t>LoRaWAN</a:t>
            </a:r>
            <a:r>
              <a:rPr lang="nl-NL" dirty="0"/>
              <a:t>. </a:t>
            </a:r>
          </a:p>
          <a:p>
            <a:pPr rtl="0"/>
            <a:r>
              <a:rPr lang="nl-NL" dirty="0"/>
              <a:t>Sensoren in de node verzamelen metingen, die lokaal worden samengepakt tot een gecodeerde </a:t>
            </a:r>
            <a:r>
              <a:rPr lang="nl-NL" dirty="0" err="1"/>
              <a:t>payload</a:t>
            </a:r>
            <a:r>
              <a:rPr lang="nl-NL" dirty="0"/>
              <a:t>. </a:t>
            </a:r>
          </a:p>
          <a:p>
            <a:pPr rtl="0"/>
            <a:r>
              <a:rPr lang="nl-NL" dirty="0"/>
              <a:t>Deze </a:t>
            </a:r>
            <a:r>
              <a:rPr lang="nl-NL" dirty="0" err="1"/>
              <a:t>payload</a:t>
            </a:r>
            <a:r>
              <a:rPr lang="nl-NL" dirty="0"/>
              <a:t> wordt via een radiosignaal naar een </a:t>
            </a:r>
            <a:r>
              <a:rPr lang="nl-NL" dirty="0" err="1"/>
              <a:t>LoRaWAN</a:t>
            </a:r>
            <a:r>
              <a:rPr lang="nl-NL" dirty="0"/>
              <a:t>‑gateway gestuurd. </a:t>
            </a:r>
          </a:p>
          <a:p>
            <a:pPr rtl="0"/>
            <a:r>
              <a:rPr lang="nl-NL" dirty="0"/>
              <a:t>De gateway verzendt de data vervolgens naar de The </a:t>
            </a:r>
            <a:r>
              <a:rPr lang="nl-NL" dirty="0" err="1"/>
              <a:t>Things</a:t>
            </a:r>
            <a:r>
              <a:rPr lang="nl-NL" dirty="0"/>
              <a:t> Stack server, waar een applicatie de </a:t>
            </a:r>
            <a:r>
              <a:rPr lang="nl-NL" dirty="0" err="1"/>
              <a:t>payload</a:t>
            </a:r>
            <a:r>
              <a:rPr lang="nl-NL" dirty="0"/>
              <a:t> decodeert.</a:t>
            </a:r>
          </a:p>
          <a:p>
            <a:pPr rtl="0"/>
            <a:r>
              <a:rPr lang="nl-NL" dirty="0"/>
              <a:t>Daarna wordt de data via het MQTT‑protocol doorgestuurd naar Node-RED, waar de gegevens worden verwerkt en als </a:t>
            </a:r>
            <a:r>
              <a:rPr lang="nl-NL" dirty="0" err="1"/>
              <a:t>metrics</a:t>
            </a:r>
            <a:r>
              <a:rPr lang="nl-NL" dirty="0"/>
              <a:t> weergegeven in een dashboard. </a:t>
            </a:r>
          </a:p>
          <a:p>
            <a:pPr rtl="0"/>
            <a:r>
              <a:rPr lang="nl-NL" dirty="0"/>
              <a:t>Tegelijkertijd wordt de data opgeslagen in een </a:t>
            </a:r>
            <a:r>
              <a:rPr lang="nl-NL" dirty="0" err="1"/>
              <a:t>MariaDB</a:t>
            </a:r>
            <a:r>
              <a:rPr lang="nl-NL" dirty="0"/>
              <a:t>‑database, waarna deze via </a:t>
            </a:r>
            <a:r>
              <a:rPr lang="nl-NL" dirty="0" err="1"/>
              <a:t>Grafana</a:t>
            </a:r>
            <a:r>
              <a:rPr lang="nl-NL" dirty="0"/>
              <a:t> kan worden gevisualiseerd en gemonitord.</a:t>
            </a:r>
          </a:p>
        </p:txBody>
      </p:sp>
      <p:sp>
        <p:nvSpPr>
          <p:cNvPr id="4" name="Tijdelijke aanduiding voor dianummer 3"/>
          <p:cNvSpPr>
            <a:spLocks noGrp="1"/>
          </p:cNvSpPr>
          <p:nvPr>
            <p:ph type="sldNum" sz="quarter" idx="5"/>
          </p:nvPr>
        </p:nvSpPr>
        <p:spPr/>
        <p:txBody>
          <a:bodyPr rtlCol="0"/>
          <a:lstStyle>
            <a:defPPr>
              <a:defRPr lang="nl-NL"/>
            </a:defPPr>
          </a:lstStyle>
          <a:p>
            <a:pPr rtl="0"/>
            <a:fld id="{A89C7E07-3C67-C64C-8DA0-0404F6303970}" type="slidenum">
              <a:rPr lang="nl-NL" smtClean="0"/>
              <a:t>5</a:t>
            </a:fld>
            <a:endParaRPr lang="nl-NL" dirty="0"/>
          </a:p>
        </p:txBody>
      </p:sp>
    </p:spTree>
    <p:extLst>
      <p:ext uri="{BB962C8B-B14F-4D97-AF65-F5344CB8AC3E}">
        <p14:creationId xmlns:p14="http://schemas.microsoft.com/office/powerpoint/2010/main" val="3908276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C04D-2568-C19F-6211-ABA7996CBC5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BBD96A4-D432-FA69-5E46-4DF91D77CA9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F639921-CFBB-DE6F-31EB-81B758CA0268}"/>
              </a:ext>
            </a:extLst>
          </p:cNvPr>
          <p:cNvSpPr>
            <a:spLocks noGrp="1"/>
          </p:cNvSpPr>
          <p:nvPr>
            <p:ph type="body" idx="1"/>
          </p:nvPr>
        </p:nvSpPr>
        <p:spPr/>
        <p:txBody>
          <a:bodyPr rtlCol="0"/>
          <a:lstStyle>
            <a:defPPr>
              <a:defRPr lang="nl-NL"/>
            </a:defPPr>
          </a:lstStyle>
          <a:p>
            <a:pPr rtl="0"/>
            <a:r>
              <a:rPr lang="nl-NL" dirty="0"/>
              <a:t>Voor de ontwikkeling van de prototype van de node wordt de HAN ESE IoT node gebruikt. Hierbij worden de sensoren en actuatoren conceptueel toegevoegd aan het prototype.</a:t>
            </a:r>
          </a:p>
          <a:p>
            <a:pPr rtl="0"/>
            <a:r>
              <a:rPr lang="nl-NL" dirty="0"/>
              <a:t>De software van de node is gemoduleerd in drie Headers. </a:t>
            </a:r>
          </a:p>
          <a:p>
            <a:pPr rtl="0"/>
            <a:r>
              <a:rPr lang="nl-NL" dirty="0"/>
              <a:t>De </a:t>
            </a:r>
            <a:r>
              <a:rPr lang="nl-NL" dirty="0" err="1"/>
              <a:t>payload</a:t>
            </a:r>
            <a:r>
              <a:rPr lang="nl-NL" dirty="0"/>
              <a:t> is dynamisch gestructureerd in bytes, Hij hangt van de geïdentificeerde </a:t>
            </a:r>
            <a:r>
              <a:rPr lang="nl-NL" dirty="0" err="1"/>
              <a:t>grotte</a:t>
            </a:r>
            <a:r>
              <a:rPr lang="nl-NL" dirty="0"/>
              <a:t> van de waarden van de sensoren af.</a:t>
            </a:r>
          </a:p>
          <a:p>
            <a:pPr rtl="0"/>
            <a:r>
              <a:rPr lang="nl-NL" dirty="0"/>
              <a:t>Periodiek </a:t>
            </a:r>
            <a:r>
              <a:rPr lang="nl-NL" dirty="0" err="1"/>
              <a:t>uplink</a:t>
            </a:r>
            <a:r>
              <a:rPr lang="nl-NL" dirty="0"/>
              <a:t> berichten zenden op basis van vaste interval van 5 minuten</a:t>
            </a:r>
          </a:p>
          <a:p>
            <a:pPr rtl="0"/>
            <a:r>
              <a:rPr lang="nl-NL" dirty="0"/>
              <a:t>Nood </a:t>
            </a:r>
            <a:r>
              <a:rPr lang="nl-NL" dirty="0" err="1"/>
              <a:t>uplink</a:t>
            </a:r>
            <a:r>
              <a:rPr lang="nl-NL" dirty="0"/>
              <a:t> berichten zenden op basis van drempelwaarden van metingen</a:t>
            </a:r>
          </a:p>
        </p:txBody>
      </p:sp>
      <p:sp>
        <p:nvSpPr>
          <p:cNvPr id="4" name="Tijdelijke aanduiding voor dianummer 3">
            <a:extLst>
              <a:ext uri="{FF2B5EF4-FFF2-40B4-BE49-F238E27FC236}">
                <a16:creationId xmlns:a16="http://schemas.microsoft.com/office/drawing/2014/main" id="{4453E3F8-8185-F97B-2F08-1F44FCE2A5AB}"/>
              </a:ext>
            </a:extLst>
          </p:cNvPr>
          <p:cNvSpPr>
            <a:spLocks noGrp="1"/>
          </p:cNvSpPr>
          <p:nvPr>
            <p:ph type="sldNum" sz="quarter" idx="5"/>
          </p:nvPr>
        </p:nvSpPr>
        <p:spPr/>
        <p:txBody>
          <a:bodyPr rtlCol="0"/>
          <a:lstStyle>
            <a:defPPr>
              <a:defRPr lang="nl-NL"/>
            </a:defPPr>
          </a:lstStyle>
          <a:p>
            <a:pPr rtl="0"/>
            <a:fld id="{A89C7E07-3C67-C64C-8DA0-0404F6303970}" type="slidenum">
              <a:rPr lang="nl-NL" smtClean="0"/>
              <a:t>6</a:t>
            </a:fld>
            <a:endParaRPr lang="nl-NL" dirty="0"/>
          </a:p>
        </p:txBody>
      </p:sp>
    </p:spTree>
    <p:extLst>
      <p:ext uri="{BB962C8B-B14F-4D97-AF65-F5344CB8AC3E}">
        <p14:creationId xmlns:p14="http://schemas.microsoft.com/office/powerpoint/2010/main" val="37277777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De </a:t>
            </a:r>
            <a:r>
              <a:rPr lang="nl-NL" sz="1200" b="0" i="0" kern="1200" dirty="0" err="1">
                <a:solidFill>
                  <a:schemeClr val="tx1"/>
                </a:solidFill>
                <a:effectLst/>
                <a:latin typeface="+mn-lt"/>
                <a:ea typeface="+mn-ea"/>
                <a:cs typeface="+mn-cs"/>
              </a:rPr>
              <a:t>serverlaag</a:t>
            </a:r>
            <a:r>
              <a:rPr lang="nl-NL" sz="1200" b="0" i="0" kern="1200" dirty="0">
                <a:solidFill>
                  <a:schemeClr val="tx1"/>
                </a:solidFill>
                <a:effectLst/>
                <a:latin typeface="+mn-lt"/>
                <a:ea typeface="+mn-ea"/>
                <a:cs typeface="+mn-cs"/>
              </a:rPr>
              <a:t> (The </a:t>
            </a:r>
            <a:r>
              <a:rPr lang="nl-NL" sz="1200" b="0" i="0" kern="1200" dirty="0" err="1">
                <a:solidFill>
                  <a:schemeClr val="tx1"/>
                </a:solidFill>
                <a:effectLst/>
                <a:latin typeface="+mn-lt"/>
                <a:ea typeface="+mn-ea"/>
                <a:cs typeface="+mn-cs"/>
              </a:rPr>
              <a:t>Things</a:t>
            </a:r>
            <a:r>
              <a:rPr lang="nl-NL" sz="1200" b="0" i="0" kern="1200" dirty="0">
                <a:solidFill>
                  <a:schemeClr val="tx1"/>
                </a:solidFill>
                <a:effectLst/>
                <a:latin typeface="+mn-lt"/>
                <a:ea typeface="+mn-ea"/>
                <a:cs typeface="+mn-cs"/>
              </a:rPr>
              <a:t> Stack) beheert de communicatie tussen IoT‑</a:t>
            </a:r>
            <a:r>
              <a:rPr lang="nl-NL" sz="1200" b="0" i="0" kern="1200" dirty="0" err="1">
                <a:solidFill>
                  <a:schemeClr val="tx1"/>
                </a:solidFill>
                <a:effectLst/>
                <a:latin typeface="+mn-lt"/>
                <a:ea typeface="+mn-ea"/>
                <a:cs typeface="+mn-cs"/>
              </a:rPr>
              <a:t>devices</a:t>
            </a:r>
            <a:r>
              <a:rPr lang="nl-NL" sz="1200" b="0" i="0" kern="1200" dirty="0">
                <a:solidFill>
                  <a:schemeClr val="tx1"/>
                </a:solidFill>
                <a:effectLst/>
                <a:latin typeface="+mn-lt"/>
                <a:ea typeface="+mn-ea"/>
                <a:cs typeface="+mn-cs"/>
              </a:rPr>
              <a:t> en applicaties. </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Hier worden apparaten geregistreerd en beveiligd via sleutels (</a:t>
            </a:r>
            <a:r>
              <a:rPr lang="nl-NL" sz="1200" b="0" i="0" kern="1200" dirty="0" err="1">
                <a:solidFill>
                  <a:schemeClr val="tx1"/>
                </a:solidFill>
                <a:effectLst/>
                <a:latin typeface="+mn-lt"/>
                <a:ea typeface="+mn-ea"/>
                <a:cs typeface="+mn-cs"/>
              </a:rPr>
              <a:t>AppKey</a:t>
            </a:r>
            <a:r>
              <a:rPr lang="nl-NL" sz="1200" b="0" i="0" kern="1200" dirty="0">
                <a:solidFill>
                  <a:schemeClr val="tx1"/>
                </a:solidFill>
                <a:effectLst/>
                <a:latin typeface="+mn-lt"/>
                <a:ea typeface="+mn-ea"/>
                <a:cs typeface="+mn-cs"/>
              </a:rPr>
              <a:t> en sessiesleutels). </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Binnen de applicatie wordt de ontvangen </a:t>
            </a:r>
            <a:r>
              <a:rPr lang="nl-NL" sz="1200" b="0" i="0" kern="1200" dirty="0" err="1">
                <a:solidFill>
                  <a:schemeClr val="tx1"/>
                </a:solidFill>
                <a:effectLst/>
                <a:latin typeface="+mn-lt"/>
                <a:ea typeface="+mn-ea"/>
                <a:cs typeface="+mn-cs"/>
              </a:rPr>
              <a:t>payload</a:t>
            </a:r>
            <a:r>
              <a:rPr lang="nl-NL" sz="1200" b="0" i="0" kern="1200" dirty="0">
                <a:solidFill>
                  <a:schemeClr val="tx1"/>
                </a:solidFill>
                <a:effectLst/>
                <a:latin typeface="+mn-lt"/>
                <a:ea typeface="+mn-ea"/>
                <a:cs typeface="+mn-cs"/>
              </a:rPr>
              <a:t> gedecodeerd met een </a:t>
            </a:r>
            <a:r>
              <a:rPr lang="nl-NL" sz="1200" b="0" i="0" kern="1200" dirty="0" err="1">
                <a:solidFill>
                  <a:schemeClr val="tx1"/>
                </a:solidFill>
                <a:effectLst/>
                <a:latin typeface="+mn-lt"/>
                <a:ea typeface="+mn-ea"/>
                <a:cs typeface="+mn-cs"/>
              </a:rPr>
              <a:t>JavaScript</a:t>
            </a:r>
            <a:r>
              <a:rPr lang="nl-NL" sz="1200" b="0" i="0" kern="1200" dirty="0">
                <a:solidFill>
                  <a:schemeClr val="tx1"/>
                </a:solidFill>
                <a:effectLst/>
                <a:latin typeface="+mn-lt"/>
                <a:ea typeface="+mn-ea"/>
                <a:cs typeface="+mn-cs"/>
              </a:rPr>
              <a:t> </a:t>
            </a:r>
            <a:r>
              <a:rPr lang="nl-NL" sz="1200" b="0" i="0" kern="1200" dirty="0" err="1">
                <a:solidFill>
                  <a:schemeClr val="tx1"/>
                </a:solidFill>
                <a:effectLst/>
                <a:latin typeface="+mn-lt"/>
                <a:ea typeface="+mn-ea"/>
                <a:cs typeface="+mn-cs"/>
              </a:rPr>
              <a:t>formatter</a:t>
            </a:r>
            <a:r>
              <a:rPr lang="nl-NL"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Vervolgens wordt de data via een beveiligde MQTT‑verbinding (TLS) doorgestuurd naar externe toepassingen zoals Node‑RED voor verdere verwerking en visualisatie.</a:t>
            </a:r>
          </a:p>
          <a:p>
            <a:pPr rtl="0"/>
            <a:endParaRPr lang="nl-NL" dirty="0"/>
          </a:p>
        </p:txBody>
      </p:sp>
      <p:sp>
        <p:nvSpPr>
          <p:cNvPr id="4" name="Tijdelijke aanduiding voor dianummer 3"/>
          <p:cNvSpPr>
            <a:spLocks noGrp="1"/>
          </p:cNvSpPr>
          <p:nvPr>
            <p:ph type="sldNum" sz="quarter" idx="5"/>
          </p:nvPr>
        </p:nvSpPr>
        <p:spPr/>
        <p:txBody>
          <a:bodyPr rtlCol="0"/>
          <a:lstStyle>
            <a:defPPr>
              <a:defRPr lang="nl-NL"/>
            </a:defPPr>
          </a:lstStyle>
          <a:p>
            <a:pPr rtl="0"/>
            <a:fld id="{A89C7E07-3C67-C64C-8DA0-0404F6303970}" type="slidenum">
              <a:rPr lang="nl-NL" smtClean="0"/>
              <a:t>7</a:t>
            </a:fld>
            <a:endParaRPr lang="nl-NL" dirty="0"/>
          </a:p>
        </p:txBody>
      </p:sp>
    </p:spTree>
    <p:extLst>
      <p:ext uri="{BB962C8B-B14F-4D97-AF65-F5344CB8AC3E}">
        <p14:creationId xmlns:p14="http://schemas.microsoft.com/office/powerpoint/2010/main" val="2386183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Deze slide toont hoe Node-RED wordt gebruikt om IoT- en weersdata te verwerken, en op te slaan in een database.</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De meetwaarden en het weer worden  weergegeven op een dashboard voor monitoring.</a:t>
            </a:r>
          </a:p>
          <a:p>
            <a:pPr rtl="0"/>
            <a:endParaRPr lang="nl-NL" dirty="0"/>
          </a:p>
        </p:txBody>
      </p:sp>
      <p:sp>
        <p:nvSpPr>
          <p:cNvPr id="4" name="Tijdelijke aanduiding voor dianummer 3"/>
          <p:cNvSpPr>
            <a:spLocks noGrp="1"/>
          </p:cNvSpPr>
          <p:nvPr>
            <p:ph type="sldNum" sz="quarter" idx="5"/>
          </p:nvPr>
        </p:nvSpPr>
        <p:spPr/>
        <p:txBody>
          <a:bodyPr rtlCol="0"/>
          <a:lstStyle>
            <a:defPPr>
              <a:defRPr lang="nl-NL"/>
            </a:defPPr>
          </a:lstStyle>
          <a:p>
            <a:pPr rtl="0"/>
            <a:fld id="{A89C7E07-3C67-C64C-8DA0-0404F6303970}" type="slidenum">
              <a:rPr lang="nl-NL" smtClean="0"/>
              <a:t>8</a:t>
            </a:fld>
            <a:endParaRPr lang="nl-NL" dirty="0"/>
          </a:p>
        </p:txBody>
      </p:sp>
    </p:spTree>
    <p:extLst>
      <p:ext uri="{BB962C8B-B14F-4D97-AF65-F5344CB8AC3E}">
        <p14:creationId xmlns:p14="http://schemas.microsoft.com/office/powerpoint/2010/main" val="501160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b="0" i="0" kern="1200" dirty="0">
                <a:solidFill>
                  <a:schemeClr val="tx1"/>
                </a:solidFill>
                <a:effectLst/>
                <a:latin typeface="+mn-lt"/>
                <a:ea typeface="+mn-ea"/>
                <a:cs typeface="+mn-cs"/>
              </a:rPr>
              <a:t>De data worden door Node-RED doorgestuurd naar een database in de </a:t>
            </a:r>
            <a:r>
              <a:rPr lang="nl-NL" sz="1200" b="0" i="0" kern="1200" dirty="0" err="1">
                <a:solidFill>
                  <a:schemeClr val="tx1"/>
                </a:solidFill>
                <a:effectLst/>
                <a:latin typeface="+mn-lt"/>
                <a:ea typeface="+mn-ea"/>
                <a:cs typeface="+mn-cs"/>
              </a:rPr>
              <a:t>MariaDB</a:t>
            </a:r>
            <a:r>
              <a:rPr lang="nl-NL" sz="1200" b="0" i="0" kern="1200" dirty="0">
                <a:solidFill>
                  <a:schemeClr val="tx1"/>
                </a:solidFill>
                <a:effectLst/>
                <a:latin typeface="+mn-lt"/>
                <a:ea typeface="+mn-ea"/>
                <a:cs typeface="+mn-cs"/>
              </a:rPr>
              <a:t>-container, waar ze worden opgeslagen.</a:t>
            </a:r>
            <a:br>
              <a:rPr lang="nl-NL" sz="1200" b="0" i="0" kern="1200" dirty="0">
                <a:solidFill>
                  <a:schemeClr val="tx1"/>
                </a:solidFill>
                <a:effectLst/>
                <a:latin typeface="+mn-lt"/>
                <a:ea typeface="+mn-ea"/>
                <a:cs typeface="+mn-cs"/>
              </a:rPr>
            </a:br>
            <a:r>
              <a:rPr lang="nl-NL" sz="1200" b="0" i="0" kern="1200" dirty="0">
                <a:solidFill>
                  <a:schemeClr val="tx1"/>
                </a:solidFill>
                <a:effectLst/>
                <a:latin typeface="+mn-lt"/>
                <a:ea typeface="+mn-ea"/>
                <a:cs typeface="+mn-cs"/>
              </a:rPr>
              <a:t>De gegevens zijn gestructureerd op basis van een ID en voorzien van indexen voor een efficiënte verwerking en opvraging.</a:t>
            </a:r>
          </a:p>
          <a:p>
            <a:pPr rtl="0"/>
            <a:endParaRPr lang="nl-NL" dirty="0"/>
          </a:p>
        </p:txBody>
      </p:sp>
      <p:sp>
        <p:nvSpPr>
          <p:cNvPr id="4" name="Tijdelijke aanduiding voor dianummer 3"/>
          <p:cNvSpPr>
            <a:spLocks noGrp="1"/>
          </p:cNvSpPr>
          <p:nvPr>
            <p:ph type="sldNum" sz="quarter" idx="5"/>
          </p:nvPr>
        </p:nvSpPr>
        <p:spPr/>
        <p:txBody>
          <a:bodyPr rtlCol="0"/>
          <a:lstStyle>
            <a:defPPr>
              <a:defRPr lang="nl-NL"/>
            </a:defPPr>
          </a:lstStyle>
          <a:p>
            <a:pPr rtl="0"/>
            <a:fld id="{A89C7E07-3C67-C64C-8DA0-0404F6303970}" type="slidenum">
              <a:rPr lang="nl-NL" smtClean="0"/>
              <a:t>9</a:t>
            </a:fld>
            <a:endParaRPr lang="nl-NL" dirty="0"/>
          </a:p>
        </p:txBody>
      </p:sp>
    </p:spTree>
    <p:extLst>
      <p:ext uri="{BB962C8B-B14F-4D97-AF65-F5344CB8AC3E}">
        <p14:creationId xmlns:p14="http://schemas.microsoft.com/office/powerpoint/2010/main" val="2994759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rtl="0"/>
            <a:r>
              <a:rPr lang="nl-NL" dirty="0" err="1"/>
              <a:t>Grafana</a:t>
            </a:r>
            <a:r>
              <a:rPr lang="nl-NL" dirty="0"/>
              <a:t> leest gegevens uit je </a:t>
            </a:r>
            <a:r>
              <a:rPr lang="nl-NL" dirty="0" err="1"/>
              <a:t>MariaDB</a:t>
            </a:r>
            <a:r>
              <a:rPr lang="nl-NL" dirty="0"/>
              <a:t>-database met behulp van SQL-query's en zet deze om in visuele dashboards (grafieken, meters, statistieken), zodat het IoT-systeem in realtime kan gemonitord worden.</a:t>
            </a:r>
          </a:p>
        </p:txBody>
      </p:sp>
      <p:sp>
        <p:nvSpPr>
          <p:cNvPr id="4" name="Tijdelijke aanduiding voor dianummer 3"/>
          <p:cNvSpPr>
            <a:spLocks noGrp="1"/>
          </p:cNvSpPr>
          <p:nvPr>
            <p:ph type="sldNum" sz="quarter" idx="5"/>
          </p:nvPr>
        </p:nvSpPr>
        <p:spPr/>
        <p:txBody>
          <a:bodyPr rtlCol="0"/>
          <a:lstStyle>
            <a:defPPr>
              <a:defRPr lang="nl-NL"/>
            </a:defPPr>
          </a:lstStyle>
          <a:p>
            <a:pPr rtl="0"/>
            <a:fld id="{A89C7E07-3C67-C64C-8DA0-0404F6303970}" type="slidenum">
              <a:rPr lang="nl-NL" smtClean="0"/>
              <a:t>10</a:t>
            </a:fld>
            <a:endParaRPr lang="nl-NL" dirty="0"/>
          </a:p>
        </p:txBody>
      </p:sp>
    </p:spTree>
    <p:extLst>
      <p:ext uri="{BB962C8B-B14F-4D97-AF65-F5344CB8AC3E}">
        <p14:creationId xmlns:p14="http://schemas.microsoft.com/office/powerpoint/2010/main" val="40502331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rtl="0"/>
            <a:r>
              <a:rPr lang="nl-NL" dirty="0"/>
              <a:t>1- Sensoren verzamelen omgevingsgegevens (bijv. batterijstatus, waterniveau)</a:t>
            </a:r>
          </a:p>
          <a:p>
            <a:pPr rtl="0"/>
            <a:r>
              <a:rPr lang="nl-NL" dirty="0"/>
              <a:t>2- De </a:t>
            </a:r>
            <a:r>
              <a:rPr lang="nl-NL" dirty="0" err="1"/>
              <a:t>payload</a:t>
            </a:r>
            <a:r>
              <a:rPr lang="nl-NL" dirty="0"/>
              <a:t> wordt gecodeerd en versleuteld met AES-128 (</a:t>
            </a:r>
            <a:r>
              <a:rPr lang="nl-NL" dirty="0" err="1"/>
              <a:t>LoRaWAN</a:t>
            </a:r>
            <a:r>
              <a:rPr lang="nl-NL" dirty="0"/>
              <a:t>-standaard) om de vertrouwelijkheid te waarborgen</a:t>
            </a:r>
          </a:p>
          <a:p>
            <a:pPr rtl="0"/>
            <a:r>
              <a:rPr lang="nl-NL" dirty="0"/>
              <a:t>3- Transmissie over lange afstand met laag energieverbruik via </a:t>
            </a:r>
            <a:r>
              <a:rPr lang="nl-NL" dirty="0" err="1"/>
              <a:t>LoRa</a:t>
            </a:r>
            <a:r>
              <a:rPr lang="nl-NL" dirty="0"/>
              <a:t>-radiofrequentie</a:t>
            </a:r>
          </a:p>
          <a:p>
            <a:pPr rtl="0"/>
            <a:r>
              <a:rPr lang="nl-NL" dirty="0"/>
              <a:t>4- De gateway fungeert als brug: RF → IP-netwerk</a:t>
            </a:r>
          </a:p>
          <a:p>
            <a:pPr rtl="0"/>
            <a:r>
              <a:rPr lang="nl-NL" dirty="0"/>
              <a:t>5- </a:t>
            </a:r>
            <a:r>
              <a:rPr lang="nl-NL" dirty="0" err="1"/>
              <a:t>Apparaatverificatie</a:t>
            </a:r>
            <a:r>
              <a:rPr lang="nl-NL" dirty="0"/>
              <a:t> via OTAA- of ABP-activering</a:t>
            </a:r>
          </a:p>
          <a:p>
            <a:pPr rtl="0"/>
            <a:r>
              <a:rPr lang="nl-NL" dirty="0"/>
              <a:t>6- </a:t>
            </a:r>
            <a:r>
              <a:rPr lang="nl-NL" dirty="0" err="1"/>
              <a:t>Ontsleuteling</a:t>
            </a:r>
            <a:r>
              <a:rPr lang="nl-NL" dirty="0"/>
              <a:t> met behulp van sessiesleutels: </a:t>
            </a:r>
            <a:r>
              <a:rPr lang="nl-NL" dirty="0" err="1"/>
              <a:t>NwkSKey</a:t>
            </a:r>
            <a:r>
              <a:rPr lang="nl-NL" dirty="0"/>
              <a:t>, </a:t>
            </a:r>
            <a:r>
              <a:rPr lang="nl-NL" dirty="0" err="1"/>
              <a:t>AppSKey</a:t>
            </a:r>
            <a:endParaRPr lang="nl-NL" dirty="0"/>
          </a:p>
          <a:p>
            <a:pPr rtl="0"/>
            <a:r>
              <a:rPr lang="nl-NL" dirty="0"/>
              <a:t>7- De </a:t>
            </a:r>
            <a:r>
              <a:rPr lang="nl-NL" dirty="0" err="1"/>
              <a:t>payload</a:t>
            </a:r>
            <a:r>
              <a:rPr lang="nl-NL" dirty="0"/>
              <a:t> wordt omgezet in leesbare gestructureerde gegevens (JSON-formaat)</a:t>
            </a:r>
          </a:p>
          <a:p>
            <a:pPr rtl="0"/>
            <a:r>
              <a:rPr lang="nl-NL" dirty="0"/>
              <a:t>8- Veilige publicatie via MQTT met TLS zorgt voor versleutelde communicatie</a:t>
            </a:r>
          </a:p>
          <a:p>
            <a:pPr rtl="0"/>
            <a:r>
              <a:rPr lang="nl-NL" dirty="0"/>
              <a:t>9- Node-RED abonneert zich op MQTT-onderwerpen voor realtime gegevensontvangst</a:t>
            </a:r>
          </a:p>
          <a:p>
            <a:pPr rtl="0"/>
            <a:r>
              <a:rPr lang="nl-NL" dirty="0"/>
              <a:t>10- Filtering, transformatie en uitvoering van bedrijfslogica</a:t>
            </a:r>
          </a:p>
          <a:p>
            <a:pPr rtl="0"/>
            <a:r>
              <a:rPr lang="nl-NL" dirty="0"/>
              <a:t>11- Dashboard wordt via HTTPS aangeboden voor veilige gebruikerstoegang</a:t>
            </a:r>
          </a:p>
          <a:p>
            <a:pPr rtl="0"/>
            <a:r>
              <a:rPr lang="nl-NL" dirty="0"/>
              <a:t>12- Gegevens worden veilig opgeslagen in </a:t>
            </a:r>
            <a:r>
              <a:rPr lang="nl-NL" dirty="0" err="1"/>
              <a:t>MariaDB</a:t>
            </a:r>
            <a:r>
              <a:rPr lang="nl-NL" dirty="0"/>
              <a:t>-databasetabellen</a:t>
            </a:r>
          </a:p>
          <a:p>
            <a:pPr rtl="0"/>
            <a:r>
              <a:rPr lang="nl-NL" dirty="0"/>
              <a:t>13- </a:t>
            </a:r>
            <a:r>
              <a:rPr lang="nl-NL" dirty="0" err="1"/>
              <a:t>Grafana</a:t>
            </a:r>
            <a:r>
              <a:rPr lang="nl-NL" dirty="0"/>
              <a:t> voert veilig query's uit op de database voor historische gegevens</a:t>
            </a:r>
          </a:p>
          <a:p>
            <a:pPr rtl="0"/>
            <a:r>
              <a:rPr lang="nl-NL" dirty="0"/>
              <a:t>14- Interactieve dashboards en visuele analyses</a:t>
            </a:r>
          </a:p>
        </p:txBody>
      </p:sp>
      <p:sp>
        <p:nvSpPr>
          <p:cNvPr id="4" name="Tijdelijke aanduiding voor dianummer 3"/>
          <p:cNvSpPr>
            <a:spLocks noGrp="1"/>
          </p:cNvSpPr>
          <p:nvPr>
            <p:ph type="sldNum" sz="quarter" idx="5"/>
          </p:nvPr>
        </p:nvSpPr>
        <p:spPr/>
        <p:txBody>
          <a:bodyPr rtlCol="0"/>
          <a:lstStyle>
            <a:defPPr>
              <a:defRPr lang="nl-NL"/>
            </a:defPPr>
          </a:lstStyle>
          <a:p>
            <a:pPr rtl="0"/>
            <a:fld id="{A89C7E07-3C67-C64C-8DA0-0404F6303970}" type="slidenum">
              <a:rPr lang="nl-NL" smtClean="0"/>
              <a:t>11</a:t>
            </a:fld>
            <a:endParaRPr lang="nl-NL" dirty="0"/>
          </a:p>
        </p:txBody>
      </p:sp>
    </p:spTree>
    <p:extLst>
      <p:ext uri="{BB962C8B-B14F-4D97-AF65-F5344CB8AC3E}">
        <p14:creationId xmlns:p14="http://schemas.microsoft.com/office/powerpoint/2010/main" val="6345968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rtlCol="0"/>
          <a:lstStyle>
            <a:defPPr>
              <a:defRPr lang="nl-NL"/>
            </a:defPPr>
          </a:lstStyle>
          <a:p>
            <a:pPr rtl="0"/>
            <a:endParaRPr lang="nl-NL" dirty="0"/>
          </a:p>
        </p:txBody>
      </p:sp>
      <p:sp>
        <p:nvSpPr>
          <p:cNvPr id="4" name="Tijdelijke aanduiding voor dianummer 3"/>
          <p:cNvSpPr>
            <a:spLocks noGrp="1"/>
          </p:cNvSpPr>
          <p:nvPr>
            <p:ph type="sldNum" sz="quarter" idx="5"/>
          </p:nvPr>
        </p:nvSpPr>
        <p:spPr/>
        <p:txBody>
          <a:bodyPr rtlCol="0"/>
          <a:lstStyle>
            <a:defPPr>
              <a:defRPr lang="nl-NL"/>
            </a:defPPr>
          </a:lstStyle>
          <a:p>
            <a:pPr rtl="0"/>
            <a:fld id="{A89C7E07-3C67-C64C-8DA0-0404F6303970}" type="slidenum">
              <a:rPr lang="nl-NL" smtClean="0"/>
              <a:t>12</a:t>
            </a:fld>
            <a:endParaRPr lang="nl-NL"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 1">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nl-NL" sz="6000" b="1" i="0" spc="100" baseline="0">
                <a:solidFill>
                  <a:schemeClr val="bg1"/>
                </a:solidFill>
                <a:latin typeface="+mj-lt"/>
              </a:defRPr>
            </a:lvl1pPr>
          </a:lstStyle>
          <a:p>
            <a:pPr rtl="0"/>
            <a:r>
              <a:rPr lang="nl-NL"/>
              <a:t>Klik om titel toe te voegen </a:t>
            </a:r>
          </a:p>
        </p:txBody>
      </p:sp>
      <p:grpSp>
        <p:nvGrpSpPr>
          <p:cNvPr id="9" name="Groe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Vrije v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1" name="Vrije v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2" name="Vrije v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grpSp>
      <p:cxnSp>
        <p:nvCxnSpPr>
          <p:cNvPr id="13" name="Rechte verbindingslijn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e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Vorm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8" name="Vrije v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9" name="Vrije v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0" name="Vrije v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nl-NL"/>
              </a:defPPr>
            </a:lstStyle>
            <a:p>
              <a:pPr rtl="0"/>
              <a:endParaRPr lang="nl-NL" dirty="0"/>
            </a:p>
          </p:txBody>
        </p:sp>
        <p:sp>
          <p:nvSpPr>
            <p:cNvPr id="11" name="Vrije v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grpSp>
      <p:sp>
        <p:nvSpPr>
          <p:cNvPr id="12" name="Titel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rtlCol="0" anchor="b" anchorCtr="0">
            <a:noAutofit/>
          </a:bodyPr>
          <a:lstStyle>
            <a:lvl1pPr>
              <a:defRPr lang="nl-NL" sz="4400" b="1" i="0" spc="50" baseline="0">
                <a:latin typeface="+mj-lt"/>
              </a:defRPr>
            </a:lvl1pPr>
          </a:lstStyle>
          <a:p>
            <a:pPr rtl="0"/>
            <a:r>
              <a:rPr lang="nl-NL"/>
              <a:t>Klik om titel toe te voegen </a:t>
            </a:r>
          </a:p>
        </p:txBody>
      </p:sp>
      <p:sp>
        <p:nvSpPr>
          <p:cNvPr id="2" name="Tijdelijke aanduiding voor inhoud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rtlCol="0">
            <a:normAutofit/>
          </a:bodyPr>
          <a:lstStyle>
            <a:lvl1pPr marL="283464" indent="-283464">
              <a:lnSpc>
                <a:spcPct val="80000"/>
              </a:lnSpc>
              <a:spcBef>
                <a:spcPts val="2200"/>
              </a:spcBef>
              <a:buFont typeface="Arial" panose="020B0604020202020204" pitchFamily="34" charset="0"/>
              <a:buChar char="•"/>
              <a:defRPr lang="nl-NL" sz="2400" b="1" i="0" kern="1200" dirty="0">
                <a:solidFill>
                  <a:schemeClr val="tx2">
                    <a:lumMod val="75000"/>
                  </a:schemeClr>
                </a:solidFill>
                <a:latin typeface="+mn-lt"/>
                <a:ea typeface="+mn-ea"/>
                <a:cs typeface="+mn-cs"/>
              </a:defRPr>
            </a:lvl1pPr>
            <a:lvl2pPr indent="-283464">
              <a:spcBef>
                <a:spcPts val="600"/>
              </a:spcBef>
              <a:defRPr lang="nl-NL" sz="2000"/>
            </a:lvl2pPr>
            <a:lvl3pPr indent="-283464">
              <a:spcBef>
                <a:spcPts val="1800"/>
              </a:spcBef>
              <a:defRPr lang="nl-NL" sz="2000"/>
            </a:lvl3pPr>
            <a:lvl4pPr indent="-283464">
              <a:spcBef>
                <a:spcPts val="1800"/>
              </a:spcBef>
              <a:defRPr lang="nl-NL" sz="2000"/>
            </a:lvl4pPr>
            <a:lvl5pPr indent="-283464">
              <a:spcBef>
                <a:spcPts val="1800"/>
              </a:spcBef>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43" name="Tijdelijke aanduiding voor dianumm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rtlCol="0"/>
          <a:lstStyle>
            <a:defPPr>
              <a:defRPr lang="nl-NL"/>
            </a:defPPr>
          </a:lstStyle>
          <a:p>
            <a:pPr rtl="0"/>
            <a:fld id="{294A09A9-5501-47C1-A89A-A340965A2BE2}" type="slidenum">
              <a:rPr lang="nl-NL" smtClean="0"/>
              <a:pPr rtl="0"/>
              <a:t>‹#›</a:t>
            </a:fld>
            <a:endParaRPr lang="nl-NL" dirty="0">
              <a:latin typeface="+mn-lt"/>
            </a:endParaRPr>
          </a:p>
        </p:txBody>
      </p:sp>
      <p:sp>
        <p:nvSpPr>
          <p:cNvPr id="42" name="Tijdelijke aanduiding voor datum 41">
            <a:extLst>
              <a:ext uri="{FF2B5EF4-FFF2-40B4-BE49-F238E27FC236}">
                <a16:creationId xmlns:a16="http://schemas.microsoft.com/office/drawing/2014/main" id="{29CE2856-DB8F-5603-C085-74C70560FAC8}"/>
              </a:ext>
            </a:extLst>
          </p:cNvPr>
          <p:cNvSpPr>
            <a:spLocks noGrp="1"/>
          </p:cNvSpPr>
          <p:nvPr>
            <p:ph type="dt" sz="half" idx="25"/>
          </p:nvPr>
        </p:nvSpPr>
        <p:spPr/>
        <p:txBody>
          <a:bodyPr rtlCol="0"/>
          <a:lstStyle>
            <a:defPPr>
              <a:defRPr lang="nl-NL"/>
            </a:defPPr>
          </a:lstStyle>
          <a:p>
            <a:pPr rtl="0"/>
            <a:endParaRPr lang="nl-NL" dirty="0">
              <a:latin typeface="+mn-lt"/>
            </a:endParaRPr>
          </a:p>
        </p:txBody>
      </p:sp>
      <p:cxnSp>
        <p:nvCxnSpPr>
          <p:cNvPr id="4" name="Rechte verbindingslijn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etitel">
    <p:bg>
      <p:bgPr>
        <a:solidFill>
          <a:schemeClr val="accent3"/>
        </a:solidFill>
        <a:effectLst/>
      </p:bgPr>
    </p:bg>
    <p:spTree>
      <p:nvGrpSpPr>
        <p:cNvPr id="1" name=""/>
        <p:cNvGrpSpPr/>
        <p:nvPr/>
      </p:nvGrpSpPr>
      <p:grpSpPr>
        <a:xfrm>
          <a:off x="0" y="0"/>
          <a:ext cx="0" cy="0"/>
          <a:chOff x="0" y="0"/>
          <a:chExt cx="0" cy="0"/>
        </a:xfrm>
      </p:grpSpPr>
      <p:sp>
        <p:nvSpPr>
          <p:cNvPr id="4" name="Tijdelijke aanduiding voor afbeelding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rtlCol="0">
            <a:noAutofit/>
          </a:bodyPr>
          <a:lstStyle>
            <a:lvl1pPr marL="0" indent="0" algn="ctr">
              <a:buNone/>
              <a:defRPr lang="nl-NL" sz="2000">
                <a:solidFill>
                  <a:schemeClr val="tx1"/>
                </a:solidFill>
              </a:defRPr>
            </a:lvl1pPr>
          </a:lstStyle>
          <a:p>
            <a:pPr rtl="0"/>
            <a:r>
              <a:rPr lang="en-US"/>
              <a:t>Click icon to add picture</a:t>
            </a:r>
            <a:endParaRPr lang="nl-NL"/>
          </a:p>
        </p:txBody>
      </p:sp>
      <p:sp>
        <p:nvSpPr>
          <p:cNvPr id="18" name="Titel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rtlCol="0" anchor="b" anchorCtr="0">
            <a:noAutofit/>
          </a:bodyPr>
          <a:lstStyle>
            <a:lvl1pPr>
              <a:defRPr lang="nl-NL" sz="6000" b="1" i="0" baseline="0">
                <a:solidFill>
                  <a:schemeClr val="tx1"/>
                </a:solidFill>
                <a:latin typeface="+mj-lt"/>
              </a:defRPr>
            </a:lvl1pPr>
          </a:lstStyle>
          <a:p>
            <a:pPr rtl="0"/>
            <a:r>
              <a:rPr lang="nl-NL"/>
              <a:t>Klik om titel toe te voegen </a:t>
            </a:r>
          </a:p>
        </p:txBody>
      </p:sp>
      <p:sp>
        <p:nvSpPr>
          <p:cNvPr id="7" name="Rechthoek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stStyle>
          <a:p>
            <a:pPr algn="ctr" rtl="0"/>
            <a:endParaRPr lang="nl-NL"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2">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rtlCol="0" anchor="b">
            <a:noAutofit/>
          </a:bodyPr>
          <a:lstStyle>
            <a:lvl1pPr algn="l">
              <a:lnSpc>
                <a:spcPct val="80000"/>
              </a:lnSpc>
              <a:defRPr lang="nl-NL" sz="6000" b="1" i="0" spc="100" baseline="0">
                <a:solidFill>
                  <a:schemeClr val="bg1"/>
                </a:solidFill>
                <a:latin typeface="+mj-lt"/>
              </a:defRPr>
            </a:lvl1pPr>
          </a:lstStyle>
          <a:p>
            <a:pPr rtl="0"/>
            <a:r>
              <a:rPr lang="nl-NL"/>
              <a:t>Klik om titel toe te voegen </a:t>
            </a:r>
          </a:p>
        </p:txBody>
      </p:sp>
      <p:sp>
        <p:nvSpPr>
          <p:cNvPr id="6" name="Tijdelijke aanduiding voor afbeelding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rtlCol="0">
            <a:normAutofit/>
          </a:bodyPr>
          <a:lstStyle>
            <a:lvl1pPr marL="0" indent="0" algn="ctr">
              <a:buNone/>
              <a:defRPr lang="nl-NL" sz="2000"/>
            </a:lvl1pPr>
          </a:lstStyle>
          <a:p>
            <a:pPr rtl="0"/>
            <a:r>
              <a:rPr lang="en-US"/>
              <a:t>Click icon to add picture</a:t>
            </a:r>
            <a:endParaRPr lang="nl-NL"/>
          </a:p>
        </p:txBody>
      </p:sp>
      <p:sp>
        <p:nvSpPr>
          <p:cNvPr id="18" name="Tijdelijke aanduiding voor tekst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rtlCol="0">
            <a:noAutofit/>
          </a:bodyPr>
          <a:lstStyle>
            <a:lvl1pPr marL="0" indent="0">
              <a:buNone/>
              <a:defRPr lang="nl-NL" sz="2400" b="1" i="0">
                <a:solidFill>
                  <a:schemeClr val="tx2">
                    <a:lumMod val="75000"/>
                  </a:schemeClr>
                </a:solidFill>
                <a:latin typeface="+mn-lt"/>
              </a:defRPr>
            </a:lvl1pPr>
            <a:lvl2pPr>
              <a:defRPr lang="nl-NL" sz="4000"/>
            </a:lvl2pPr>
            <a:lvl3pPr>
              <a:defRPr lang="nl-NL" sz="4000"/>
            </a:lvl3pPr>
            <a:lvl4pPr>
              <a:defRPr lang="nl-NL" sz="4000"/>
            </a:lvl4pPr>
            <a:lvl5pPr>
              <a:defRPr lang="nl-NL" sz="4000"/>
            </a:lvl5pPr>
          </a:lstStyle>
          <a:p>
            <a:pPr lvl="0" rtl="0"/>
            <a:r>
              <a:rPr lang="nl-NL"/>
              <a:t>Klik om tekst toe te voegen</a:t>
            </a:r>
          </a:p>
        </p:txBody>
      </p:sp>
      <p:cxnSp>
        <p:nvCxnSpPr>
          <p:cNvPr id="7" name="Rechte verbindingslijn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amenvatting 2">
    <p:bg>
      <p:bgPr>
        <a:solidFill>
          <a:schemeClr val="tx1"/>
        </a:solidFill>
        <a:effectLst/>
      </p:bgPr>
    </p:bg>
    <p:spTree>
      <p:nvGrpSpPr>
        <p:cNvPr id="1" name=""/>
        <p:cNvGrpSpPr/>
        <p:nvPr/>
      </p:nvGrpSpPr>
      <p:grpSpPr>
        <a:xfrm>
          <a:off x="0" y="0"/>
          <a:ext cx="0" cy="0"/>
          <a:chOff x="0" y="0"/>
          <a:chExt cx="0" cy="0"/>
        </a:xfrm>
      </p:grpSpPr>
      <p:cxnSp>
        <p:nvCxnSpPr>
          <p:cNvPr id="9" name="Rechte verbindingslijn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e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Vrije v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2" name="Vrije v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3" name="Vrije v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grpSp>
      <p:sp>
        <p:nvSpPr>
          <p:cNvPr id="32" name="Titel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rtlCol="0" anchor="b" anchorCtr="0">
            <a:noAutofit/>
          </a:bodyPr>
          <a:lstStyle>
            <a:lvl1pPr>
              <a:defRPr lang="nl-NL" sz="4400" b="1" i="0">
                <a:latin typeface="+mj-lt"/>
              </a:defRPr>
            </a:lvl1pPr>
          </a:lstStyle>
          <a:p>
            <a:pPr rtl="0"/>
            <a:r>
              <a:rPr lang="nl-NL"/>
              <a:t>Klik om titel toe te voegen </a:t>
            </a:r>
          </a:p>
        </p:txBody>
      </p:sp>
      <p:sp>
        <p:nvSpPr>
          <p:cNvPr id="2" name="Tijdelijke aanduiding voor inhoud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rtlCol="0">
            <a:normAutofit/>
          </a:bodyPr>
          <a:lstStyle>
            <a:lvl1pPr marL="283464" indent="-283464">
              <a:spcBef>
                <a:spcPts val="1800"/>
              </a:spcBef>
              <a:buFont typeface="Arial" panose="020B0604020202020204" pitchFamily="34" charset="0"/>
              <a:buChar char="•"/>
              <a:defRPr lang="nl-NL" sz="2000"/>
            </a:lvl1pPr>
            <a:lvl2pPr indent="-283464">
              <a:spcBef>
                <a:spcPts val="1800"/>
              </a:spcBef>
              <a:defRPr lang="nl-NL" sz="2000"/>
            </a:lvl2pPr>
            <a:lvl3pPr indent="-283464">
              <a:spcBef>
                <a:spcPts val="1800"/>
              </a:spcBef>
              <a:defRPr lang="nl-NL" sz="2000"/>
            </a:lvl3pPr>
            <a:lvl4pPr indent="-283464">
              <a:spcBef>
                <a:spcPts val="1800"/>
              </a:spcBef>
              <a:defRPr lang="nl-NL" sz="2000"/>
            </a:lvl4pPr>
            <a:lvl5pPr indent="-283464">
              <a:spcBef>
                <a:spcPts val="1800"/>
              </a:spcBef>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8" name="Tijdelijke aanduiding voor dianumm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rtlCol="0"/>
          <a:lstStyle>
            <a:defPPr>
              <a:defRPr lang="nl-NL"/>
            </a:defPPr>
          </a:lstStyle>
          <a:p>
            <a:pPr rtl="0"/>
            <a:fld id="{294A09A9-5501-47C1-A89A-A340965A2BE2}" type="slidenum">
              <a:rPr lang="nl-NL" smtClean="0"/>
              <a:pPr rtl="0"/>
              <a:t>‹#›</a:t>
            </a:fld>
            <a:endParaRPr lang="nl-NL" dirty="0">
              <a:latin typeface="+mn-lt"/>
            </a:endParaRPr>
          </a:p>
        </p:txBody>
      </p:sp>
      <p:sp>
        <p:nvSpPr>
          <p:cNvPr id="5" name="Tijdelijke aanduiding voor datum 4">
            <a:extLst>
              <a:ext uri="{FF2B5EF4-FFF2-40B4-BE49-F238E27FC236}">
                <a16:creationId xmlns:a16="http://schemas.microsoft.com/office/drawing/2014/main" id="{E9272B8D-F380-9F1A-C8E6-BDD2352B1763}"/>
              </a:ext>
            </a:extLst>
          </p:cNvPr>
          <p:cNvSpPr>
            <a:spLocks noGrp="1"/>
          </p:cNvSpPr>
          <p:nvPr>
            <p:ph type="dt" sz="half" idx="21"/>
          </p:nvPr>
        </p:nvSpPr>
        <p:spPr/>
        <p:txBody>
          <a:bodyPr rtlCol="0"/>
          <a:lstStyle>
            <a:defPPr>
              <a:defRPr lang="nl-NL"/>
            </a:defPPr>
          </a:lstStyle>
          <a:p>
            <a:pPr rtl="0"/>
            <a:endParaRPr lang="nl-NL"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rtlCol="0" anchor="b">
            <a:noAutofit/>
          </a:bodyPr>
          <a:lstStyle>
            <a:lvl1pPr algn="l">
              <a:lnSpc>
                <a:spcPct val="80000"/>
              </a:lnSpc>
              <a:defRPr lang="nl-NL" sz="6000" b="1" i="0" spc="100" baseline="0">
                <a:solidFill>
                  <a:schemeClr val="bg1"/>
                </a:solidFill>
                <a:latin typeface="+mj-lt"/>
              </a:defRPr>
            </a:lvl1pPr>
          </a:lstStyle>
          <a:p>
            <a:pPr rtl="0"/>
            <a:r>
              <a:rPr lang="nl-NL"/>
              <a:t>Klik om titel toe te voegen </a:t>
            </a:r>
          </a:p>
        </p:txBody>
      </p:sp>
      <p:grpSp>
        <p:nvGrpSpPr>
          <p:cNvPr id="9" name="Groe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Vrije v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1" name="Vrije v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2" name="Vrije v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grpSp>
      <p:cxnSp>
        <p:nvCxnSpPr>
          <p:cNvPr id="13" name="Rechte verbindingslijn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ijdelijke aanduiding voor tekst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rtlCol="0">
            <a:noAutofit/>
          </a:bodyPr>
          <a:lstStyle>
            <a:lvl1pPr marL="0" indent="0">
              <a:buNone/>
              <a:defRPr lang="nl-NL" sz="2400" b="1" i="0">
                <a:solidFill>
                  <a:schemeClr val="tx2">
                    <a:lumMod val="75000"/>
                  </a:schemeClr>
                </a:solidFill>
                <a:latin typeface="+mn-lt"/>
              </a:defRPr>
            </a:lvl1pPr>
            <a:lvl2pPr>
              <a:defRPr lang="nl-NL" sz="4000"/>
            </a:lvl2pPr>
            <a:lvl3pPr>
              <a:defRPr lang="nl-NL" sz="4000"/>
            </a:lvl3pPr>
            <a:lvl4pPr>
              <a:defRPr lang="nl-NL" sz="4000"/>
            </a:lvl4pPr>
            <a:lvl5pPr>
              <a:defRPr lang="nl-NL" sz="4000"/>
            </a:lvl5pPr>
          </a:lstStyle>
          <a:p>
            <a:pPr lvl="0" rtl="0"/>
            <a:r>
              <a:rPr lang="nl-NL"/>
              <a:t>Klik om tekst toe te voegen</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en twee inhoud 2">
    <p:bg>
      <p:bgPr>
        <a:solidFill>
          <a:schemeClr val="tx1"/>
        </a:solidFill>
        <a:effectLst/>
      </p:bgPr>
    </p:bg>
    <p:spTree>
      <p:nvGrpSpPr>
        <p:cNvPr id="1" name=""/>
        <p:cNvGrpSpPr/>
        <p:nvPr/>
      </p:nvGrpSpPr>
      <p:grpSpPr>
        <a:xfrm>
          <a:off x="0" y="0"/>
          <a:ext cx="0" cy="0"/>
          <a:chOff x="0" y="0"/>
          <a:chExt cx="0" cy="0"/>
        </a:xfrm>
      </p:grpSpPr>
      <p:grpSp>
        <p:nvGrpSpPr>
          <p:cNvPr id="11" name="Groe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Vrije v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3" name="Vrije v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4" name="Vrije v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grpSp>
      <p:sp>
        <p:nvSpPr>
          <p:cNvPr id="16" name="Titel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rtlCol="0" anchor="b" anchorCtr="0">
            <a:noAutofit/>
          </a:bodyPr>
          <a:lstStyle>
            <a:lvl1pPr>
              <a:defRPr lang="nl-NL" sz="4400" b="1" i="0">
                <a:solidFill>
                  <a:schemeClr val="bg1"/>
                </a:solidFill>
                <a:latin typeface="+mj-lt"/>
              </a:defRPr>
            </a:lvl1pPr>
          </a:lstStyle>
          <a:p>
            <a:pPr rtl="0"/>
            <a:r>
              <a:rPr lang="nl-NL"/>
              <a:t>Klik om titel toe te voegen </a:t>
            </a:r>
          </a:p>
        </p:txBody>
      </p:sp>
      <p:sp>
        <p:nvSpPr>
          <p:cNvPr id="2" name="Tijdelijke aanduiding voor inhoud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rtlCol="0">
            <a:normAutofit/>
          </a:bodyPr>
          <a:lstStyle>
            <a:lvl1pPr marL="0" indent="0">
              <a:spcBef>
                <a:spcPts val="1800"/>
              </a:spcBef>
              <a:buFont typeface="Arial" panose="020B0604020202020204" pitchFamily="34" charset="0"/>
              <a:buNone/>
              <a:defRPr lang="nl-NL" sz="2000"/>
            </a:lvl1pPr>
            <a:lvl2pPr marL="283464" indent="-283464">
              <a:spcBef>
                <a:spcPts val="1800"/>
              </a:spcBef>
              <a:defRPr lang="nl-NL" sz="2000"/>
            </a:lvl2pPr>
            <a:lvl3pPr marL="594360" indent="-283464">
              <a:spcBef>
                <a:spcPts val="1800"/>
              </a:spcBef>
              <a:defRPr lang="nl-NL" sz="2000"/>
            </a:lvl3pPr>
            <a:lvl4pPr marL="822960" indent="-283464">
              <a:spcBef>
                <a:spcPts val="1800"/>
              </a:spcBef>
              <a:defRPr lang="nl-NL" sz="2000"/>
            </a:lvl4pPr>
            <a:lvl5pPr marL="1005840" indent="-283464">
              <a:spcBef>
                <a:spcPts val="1800"/>
              </a:spcBef>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3" name="Tijdelijke aanduiding voor inhoud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rtlCol="0">
            <a:normAutofit/>
          </a:bodyPr>
          <a:lstStyle>
            <a:lvl1pPr marL="0" indent="0">
              <a:spcBef>
                <a:spcPts val="1800"/>
              </a:spcBef>
              <a:buFont typeface="Arial" panose="020B0604020202020204" pitchFamily="34" charset="0"/>
              <a:buNone/>
              <a:defRPr lang="nl-NL" sz="2000"/>
            </a:lvl1pPr>
            <a:lvl2pPr marL="283464" indent="-283464">
              <a:spcBef>
                <a:spcPts val="1800"/>
              </a:spcBef>
              <a:defRPr lang="nl-NL" sz="2000"/>
            </a:lvl2pPr>
            <a:lvl3pPr marL="548640" indent="-283464">
              <a:spcBef>
                <a:spcPts val="1800"/>
              </a:spcBef>
              <a:defRPr lang="nl-NL" sz="2000"/>
            </a:lvl3pPr>
            <a:lvl4pPr marL="822960" indent="-283464">
              <a:spcBef>
                <a:spcPts val="1800"/>
              </a:spcBef>
              <a:defRPr lang="nl-NL" sz="2000"/>
            </a:lvl4pPr>
            <a:lvl5pPr marL="1005840" indent="-283464">
              <a:spcBef>
                <a:spcPts val="1800"/>
              </a:spcBef>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10" name="Tijdelijke aanduiding voor dianumm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nl-NL"/>
            </a:defPPr>
          </a:lstStyle>
          <a:p>
            <a:pPr rtl="0"/>
            <a:fld id="{294A09A9-5501-47C1-A89A-A340965A2BE2}" type="slidenum">
              <a:rPr lang="nl-NL" smtClean="0"/>
              <a:pPr rtl="0"/>
              <a:t>‹#›</a:t>
            </a:fld>
            <a:endParaRPr lang="nl-NL" dirty="0">
              <a:latin typeface="+mn-lt"/>
            </a:endParaRPr>
          </a:p>
        </p:txBody>
      </p:sp>
      <p:sp>
        <p:nvSpPr>
          <p:cNvPr id="8" name="Tijdelijke aanduiding voor datum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nl-NL"/>
            </a:defPPr>
          </a:lstStyle>
          <a:p>
            <a:pPr rtl="0"/>
            <a:endParaRPr lang="nl-NL" dirty="0">
              <a:latin typeface="+mn-lt"/>
            </a:endParaRPr>
          </a:p>
        </p:txBody>
      </p:sp>
      <p:cxnSp>
        <p:nvCxnSpPr>
          <p:cNvPr id="4" name="Rechte verbindingslijn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en inhoud ">
    <p:bg>
      <p:bgPr>
        <a:solidFill>
          <a:schemeClr val="tx1"/>
        </a:solidFill>
        <a:effectLst/>
      </p:bgPr>
    </p:bg>
    <p:spTree>
      <p:nvGrpSpPr>
        <p:cNvPr id="1" name=""/>
        <p:cNvGrpSpPr/>
        <p:nvPr/>
      </p:nvGrpSpPr>
      <p:grpSpPr>
        <a:xfrm>
          <a:off x="0" y="0"/>
          <a:ext cx="0" cy="0"/>
          <a:chOff x="0" y="0"/>
          <a:chExt cx="0" cy="0"/>
        </a:xfrm>
      </p:grpSpPr>
      <p:grpSp>
        <p:nvGrpSpPr>
          <p:cNvPr id="11" name="Groe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Vorm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3" name="Vrije v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4" name="Vrije v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8" name="Vrije v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defPPr>
                <a:defRPr lang="nl-NL"/>
              </a:defPPr>
            </a:lstStyle>
            <a:p>
              <a:pPr rtl="0"/>
              <a:endParaRPr lang="nl-NL" dirty="0"/>
            </a:p>
          </p:txBody>
        </p:sp>
        <p:sp>
          <p:nvSpPr>
            <p:cNvPr id="19" name="Vrije v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grpSp>
      <p:sp>
        <p:nvSpPr>
          <p:cNvPr id="16" name="Titel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rtlCol="0" anchor="b" anchorCtr="0">
            <a:noAutofit/>
          </a:bodyPr>
          <a:lstStyle>
            <a:lvl1pPr>
              <a:defRPr lang="nl-NL" sz="4400" b="1" i="0">
                <a:solidFill>
                  <a:schemeClr val="bg1"/>
                </a:solidFill>
                <a:latin typeface="+mj-lt"/>
              </a:defRPr>
            </a:lvl1pPr>
          </a:lstStyle>
          <a:p>
            <a:pPr rtl="0"/>
            <a:r>
              <a:rPr lang="nl-NL"/>
              <a:t>Klik om titel toe te voegen </a:t>
            </a:r>
          </a:p>
        </p:txBody>
      </p:sp>
      <p:cxnSp>
        <p:nvCxnSpPr>
          <p:cNvPr id="4" name="Rechte verbindingslijn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Tijdelijke aanduiding voor inhoud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rtlCol="0">
            <a:normAutofit/>
          </a:bodyPr>
          <a:lstStyle>
            <a:lvl1pPr marL="457200" indent="-457200">
              <a:spcBef>
                <a:spcPts val="1800"/>
              </a:spcBef>
              <a:buFont typeface="+mj-lt"/>
              <a:buAutoNum type="arabicPeriod"/>
              <a:defRPr lang="nl-NL" sz="2000"/>
            </a:lvl1pPr>
            <a:lvl2pPr marL="914400" indent="-457200">
              <a:spcBef>
                <a:spcPts val="1800"/>
              </a:spcBef>
              <a:buFont typeface="+mj-lt"/>
              <a:buAutoNum type="alphaLcPeriod"/>
              <a:defRPr lang="nl-NL" sz="2000"/>
            </a:lvl2pPr>
            <a:lvl3pPr marL="1371600" indent="-457200">
              <a:spcBef>
                <a:spcPts val="1800"/>
              </a:spcBef>
              <a:buFont typeface="+mj-lt"/>
              <a:buAutoNum type="arabicParenR"/>
              <a:defRPr lang="nl-NL" sz="2000"/>
            </a:lvl3pPr>
            <a:lvl4pPr marL="1371600" indent="0">
              <a:spcBef>
                <a:spcPts val="1800"/>
              </a:spcBef>
              <a:buFont typeface="+mj-lt"/>
              <a:buNone/>
              <a:defRPr lang="nl-NL" sz="2000"/>
            </a:lvl4pPr>
            <a:lvl5pPr marL="2286000" indent="-457200">
              <a:spcBef>
                <a:spcPts val="1800"/>
              </a:spcBef>
              <a:buFont typeface="+mj-lt"/>
              <a:buAutoNum type="arabicPeriod"/>
              <a:defRPr lang="nl-NL" sz="2000"/>
            </a:lvl5pPr>
          </a:lstStyle>
          <a:p>
            <a:pPr lvl="0" rtl="0"/>
            <a:r>
              <a:rPr lang="nl-NL"/>
              <a:t>Klik om inhoud toe te voegen</a:t>
            </a:r>
          </a:p>
          <a:p>
            <a:pPr lvl="1" rtl="0"/>
            <a:r>
              <a:rPr lang="nl-NL"/>
              <a:t>Tweede niveau</a:t>
            </a:r>
          </a:p>
          <a:p>
            <a:pPr lvl="2" rtl="0"/>
            <a:r>
              <a:rPr lang="nl-NL"/>
              <a:t>Derde niveau</a:t>
            </a:r>
          </a:p>
          <a:p>
            <a:pPr lvl="3" rtl="0"/>
            <a:endParaRPr lang="nl-NL" dirty="0"/>
          </a:p>
        </p:txBody>
      </p:sp>
      <p:sp>
        <p:nvSpPr>
          <p:cNvPr id="2" name="Tijdelijke aanduiding voor inhoud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rtlCol="0">
            <a:normAutofit/>
          </a:bodyPr>
          <a:lstStyle>
            <a:lvl1pPr marL="0" indent="0">
              <a:spcBef>
                <a:spcPts val="1800"/>
              </a:spcBef>
              <a:buFont typeface="Arial" panose="020B0604020202020204" pitchFamily="34" charset="0"/>
              <a:buNone/>
              <a:defRPr lang="nl-NL" sz="2000"/>
            </a:lvl1pPr>
            <a:lvl2pPr marL="283464" indent="-283464">
              <a:spcBef>
                <a:spcPts val="1800"/>
              </a:spcBef>
              <a:defRPr lang="nl-NL" sz="2000"/>
            </a:lvl2pPr>
            <a:lvl3pPr marL="548640" indent="-283464">
              <a:spcBef>
                <a:spcPts val="1800"/>
              </a:spcBef>
              <a:defRPr lang="nl-NL" sz="2000"/>
            </a:lvl3pPr>
            <a:lvl4pPr marL="822960" indent="-283464">
              <a:spcBef>
                <a:spcPts val="1800"/>
              </a:spcBef>
              <a:defRPr lang="nl-NL" sz="2000"/>
            </a:lvl4pPr>
            <a:lvl5pPr marL="1005840" indent="-283464">
              <a:spcBef>
                <a:spcPts val="1800"/>
              </a:spcBef>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10" name="Tijdelijke aanduiding voor dianumm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nl-NL"/>
            </a:defPPr>
          </a:lstStyle>
          <a:p>
            <a:pPr rtl="0"/>
            <a:fld id="{294A09A9-5501-47C1-A89A-A340965A2BE2}" type="slidenum">
              <a:rPr lang="nl-NL" smtClean="0"/>
              <a:pPr rtl="0"/>
              <a:t>‹#›</a:t>
            </a:fld>
            <a:endParaRPr lang="nl-NL" dirty="0">
              <a:latin typeface="+mn-lt"/>
            </a:endParaRPr>
          </a:p>
        </p:txBody>
      </p:sp>
      <p:sp>
        <p:nvSpPr>
          <p:cNvPr id="8" name="Tijdelijke aanduiding voor datum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nl-NL"/>
            </a:defPPr>
          </a:lstStyle>
          <a:p>
            <a:pPr rtl="0"/>
            <a:endParaRPr lang="nl-NL"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inhoud en afbeelding">
    <p:bg>
      <p:bgPr>
        <a:solidFill>
          <a:schemeClr val="tx1"/>
        </a:solidFill>
        <a:effectLst/>
      </p:bgPr>
    </p:bg>
    <p:spTree>
      <p:nvGrpSpPr>
        <p:cNvPr id="1" name=""/>
        <p:cNvGrpSpPr/>
        <p:nvPr/>
      </p:nvGrpSpPr>
      <p:grpSpPr>
        <a:xfrm>
          <a:off x="0" y="0"/>
          <a:ext cx="0" cy="0"/>
          <a:chOff x="0" y="0"/>
          <a:chExt cx="0" cy="0"/>
        </a:xfrm>
      </p:grpSpPr>
      <p:sp>
        <p:nvSpPr>
          <p:cNvPr id="16" name="Titel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rtlCol="0" anchor="b" anchorCtr="0">
            <a:noAutofit/>
          </a:bodyPr>
          <a:lstStyle>
            <a:lvl1pPr>
              <a:defRPr lang="nl-NL" sz="4400" b="1" i="0">
                <a:solidFill>
                  <a:schemeClr val="bg1"/>
                </a:solidFill>
                <a:latin typeface="+mj-lt"/>
              </a:defRPr>
            </a:lvl1pPr>
          </a:lstStyle>
          <a:p>
            <a:pPr rtl="0"/>
            <a:r>
              <a:rPr lang="nl-NL"/>
              <a:t>Klik om titel toe te voegen </a:t>
            </a:r>
          </a:p>
        </p:txBody>
      </p:sp>
      <p:sp>
        <p:nvSpPr>
          <p:cNvPr id="3" name="Tijdelijke aanduiding voor inhoud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rtlCol="0">
            <a:normAutofit/>
          </a:bodyPr>
          <a:lstStyle>
            <a:lvl1pPr marL="0" indent="0">
              <a:spcBef>
                <a:spcPts val="1800"/>
              </a:spcBef>
              <a:buFont typeface="Arial" panose="020B0604020202020204" pitchFamily="34" charset="0"/>
              <a:buNone/>
              <a:defRPr lang="nl-NL" sz="2000"/>
            </a:lvl1pPr>
            <a:lvl2pPr indent="-283464">
              <a:spcBef>
                <a:spcPts val="1800"/>
              </a:spcBef>
              <a:defRPr lang="nl-NL" sz="2000"/>
            </a:lvl2pPr>
            <a:lvl3pPr indent="-283464">
              <a:spcBef>
                <a:spcPts val="1800"/>
              </a:spcBef>
              <a:defRPr lang="nl-NL" sz="2000"/>
            </a:lvl3pPr>
            <a:lvl4pPr indent="-283464">
              <a:spcBef>
                <a:spcPts val="1800"/>
              </a:spcBef>
              <a:defRPr lang="nl-NL" sz="2000"/>
            </a:lvl4pPr>
            <a:lvl5pPr indent="-283464">
              <a:spcBef>
                <a:spcPts val="1800"/>
              </a:spcBef>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cxnSp>
        <p:nvCxnSpPr>
          <p:cNvPr id="4" name="Rechte verbindingslijn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Tijdelijke aanduiding voor afbeelding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rtlCol="0">
            <a:normAutofit/>
          </a:bodyPr>
          <a:lstStyle>
            <a:lvl1pPr marL="0" indent="0" algn="ctr">
              <a:buNone/>
              <a:defRPr lang="nl-NL" sz="2000">
                <a:solidFill>
                  <a:schemeClr val="bg1"/>
                </a:solidFill>
              </a:defRPr>
            </a:lvl1pPr>
          </a:lstStyle>
          <a:p>
            <a:pPr rtl="0"/>
            <a:r>
              <a:rPr lang="en-US"/>
              <a:t>Click icon to add picture</a:t>
            </a:r>
            <a:endParaRPr lang="nl-NL"/>
          </a:p>
        </p:txBody>
      </p:sp>
      <p:sp>
        <p:nvSpPr>
          <p:cNvPr id="10" name="Tijdelijke aanduiding voor dianumm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nl-NL"/>
            </a:defPPr>
          </a:lstStyle>
          <a:p>
            <a:pPr rtl="0"/>
            <a:fld id="{294A09A9-5501-47C1-A89A-A340965A2BE2}" type="slidenum">
              <a:rPr lang="nl-NL" smtClean="0"/>
              <a:pPr rtl="0"/>
              <a:t>‹#›</a:t>
            </a:fld>
            <a:endParaRPr lang="nl-NL" dirty="0">
              <a:latin typeface="+mn-lt"/>
            </a:endParaRPr>
          </a:p>
        </p:txBody>
      </p:sp>
      <p:sp>
        <p:nvSpPr>
          <p:cNvPr id="8" name="Tijdelijke aanduiding voor datum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nl-NL"/>
            </a:defPPr>
          </a:lstStyle>
          <a:p>
            <a:pPr rtl="0"/>
            <a:endParaRPr lang="nl-NL"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inhoud en tabel">
    <p:bg>
      <p:bgPr>
        <a:solidFill>
          <a:schemeClr val="tx1"/>
        </a:solidFill>
        <a:effectLst/>
      </p:bgPr>
    </p:bg>
    <p:spTree>
      <p:nvGrpSpPr>
        <p:cNvPr id="1" name=""/>
        <p:cNvGrpSpPr/>
        <p:nvPr/>
      </p:nvGrpSpPr>
      <p:grpSpPr>
        <a:xfrm>
          <a:off x="0" y="0"/>
          <a:ext cx="0" cy="0"/>
          <a:chOff x="0" y="0"/>
          <a:chExt cx="0" cy="0"/>
        </a:xfrm>
      </p:grpSpPr>
      <p:grpSp>
        <p:nvGrpSpPr>
          <p:cNvPr id="5" name="Groe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Vrije v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5" name="Vrije v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7" name="Vrije v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grpSp>
      <p:sp>
        <p:nvSpPr>
          <p:cNvPr id="16" name="Titel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rtlCol="0" anchor="b" anchorCtr="0">
            <a:noAutofit/>
          </a:bodyPr>
          <a:lstStyle>
            <a:lvl1pPr>
              <a:defRPr lang="nl-NL" sz="4400" b="1" i="0">
                <a:solidFill>
                  <a:schemeClr val="bg1"/>
                </a:solidFill>
                <a:latin typeface="+mj-lt"/>
              </a:defRPr>
            </a:lvl1pPr>
          </a:lstStyle>
          <a:p>
            <a:pPr rtl="0"/>
            <a:r>
              <a:rPr lang="nl-NL"/>
              <a:t>Klik om titel toe te voegen </a:t>
            </a:r>
          </a:p>
        </p:txBody>
      </p:sp>
      <p:cxnSp>
        <p:nvCxnSpPr>
          <p:cNvPr id="4" name="Rechte verbindingslijn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Tijdelijke aanduiding voor inhoud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rtlCol="0">
            <a:normAutofit/>
          </a:bodyPr>
          <a:lstStyle>
            <a:lvl1pPr marL="0" indent="0">
              <a:spcBef>
                <a:spcPts val="1800"/>
              </a:spcBef>
              <a:buFont typeface="Arial" panose="020B0604020202020204" pitchFamily="34" charset="0"/>
              <a:buNone/>
              <a:defRPr lang="nl-NL" sz="2000"/>
            </a:lvl1pPr>
            <a:lvl2pPr marL="457200" indent="0">
              <a:spcBef>
                <a:spcPts val="1800"/>
              </a:spcBef>
              <a:buNone/>
              <a:defRPr lang="nl-NL" sz="2000"/>
            </a:lvl2pPr>
            <a:lvl3pPr marL="914400" indent="0">
              <a:spcBef>
                <a:spcPts val="1800"/>
              </a:spcBef>
              <a:buNone/>
              <a:defRPr lang="nl-NL" sz="2000"/>
            </a:lvl3pPr>
            <a:lvl4pPr marL="1371600" indent="0">
              <a:spcBef>
                <a:spcPts val="1800"/>
              </a:spcBef>
              <a:buNone/>
              <a:defRPr lang="nl-NL" sz="2000"/>
            </a:lvl4pPr>
            <a:lvl5pPr marL="1828800" indent="0">
              <a:spcBef>
                <a:spcPts val="1800"/>
              </a:spcBef>
              <a:buNone/>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6" name="Tijdelijke aanduiding voor inhoud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rtlCol="0">
            <a:normAutofit/>
          </a:bodyPr>
          <a:lstStyle>
            <a:lvl1pPr marL="0" indent="0">
              <a:spcBef>
                <a:spcPts val="1800"/>
              </a:spcBef>
              <a:buNone/>
              <a:defRPr lang="nl-NL" sz="2000"/>
            </a:lvl1pPr>
            <a:lvl2pPr>
              <a:spcBef>
                <a:spcPts val="600"/>
              </a:spcBef>
              <a:defRPr lang="nl-NL" sz="2000"/>
            </a:lvl2pPr>
            <a:lvl3pPr>
              <a:spcBef>
                <a:spcPts val="1800"/>
              </a:spcBef>
              <a:defRPr lang="nl-NL" sz="2000"/>
            </a:lvl3pPr>
            <a:lvl4pPr>
              <a:spcBef>
                <a:spcPts val="1800"/>
              </a:spcBef>
              <a:defRPr lang="nl-NL" sz="2000"/>
            </a:lvl4pPr>
            <a:lvl5pPr>
              <a:spcBef>
                <a:spcPts val="1800"/>
              </a:spcBef>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10" name="Tijdelijke aanduiding voor dianumm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nl-NL"/>
            </a:defPPr>
          </a:lstStyle>
          <a:p>
            <a:pPr rtl="0"/>
            <a:fld id="{294A09A9-5501-47C1-A89A-A340965A2BE2}" type="slidenum">
              <a:rPr lang="nl-NL" smtClean="0"/>
              <a:pPr rtl="0"/>
              <a:t>‹#›</a:t>
            </a:fld>
            <a:endParaRPr lang="nl-NL" dirty="0">
              <a:latin typeface="+mn-lt"/>
            </a:endParaRPr>
          </a:p>
        </p:txBody>
      </p:sp>
      <p:sp>
        <p:nvSpPr>
          <p:cNvPr id="8" name="Tijdelijke aanduiding voor datum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nl-NL"/>
            </a:defPPr>
          </a:lstStyle>
          <a:p>
            <a:pPr rtl="0"/>
            <a:endParaRPr lang="nl-NL"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 en twee inhoud">
    <p:bg>
      <p:bgPr>
        <a:solidFill>
          <a:schemeClr val="tx1"/>
        </a:solidFill>
        <a:effectLst/>
      </p:bgPr>
    </p:bg>
    <p:spTree>
      <p:nvGrpSpPr>
        <p:cNvPr id="1" name=""/>
        <p:cNvGrpSpPr/>
        <p:nvPr/>
      </p:nvGrpSpPr>
      <p:grpSpPr>
        <a:xfrm>
          <a:off x="0" y="0"/>
          <a:ext cx="0" cy="0"/>
          <a:chOff x="0" y="0"/>
          <a:chExt cx="0" cy="0"/>
        </a:xfrm>
      </p:grpSpPr>
      <p:grpSp>
        <p:nvGrpSpPr>
          <p:cNvPr id="11" name="Groe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Vrije v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3" name="Vrije v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4" name="Vrije v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grpSp>
      <p:sp>
        <p:nvSpPr>
          <p:cNvPr id="16" name="Titel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rtlCol="0" anchor="b" anchorCtr="0">
            <a:noAutofit/>
          </a:bodyPr>
          <a:lstStyle>
            <a:lvl1pPr>
              <a:defRPr lang="nl-NL" sz="4400" b="1" i="0">
                <a:solidFill>
                  <a:schemeClr val="bg1"/>
                </a:solidFill>
                <a:latin typeface="+mj-lt"/>
              </a:defRPr>
            </a:lvl1pPr>
          </a:lstStyle>
          <a:p>
            <a:pPr rtl="0"/>
            <a:r>
              <a:rPr lang="nl-NL"/>
              <a:t>Klik om titel toe te voegen </a:t>
            </a:r>
          </a:p>
        </p:txBody>
      </p:sp>
      <p:cxnSp>
        <p:nvCxnSpPr>
          <p:cNvPr id="4" name="Rechte verbindingslijn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Tijdelijke aanduiding voor inhoud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rtlCol="0">
            <a:normAutofit/>
          </a:bodyPr>
          <a:lstStyle>
            <a:lvl1pPr marL="0" indent="0">
              <a:spcBef>
                <a:spcPts val="1800"/>
              </a:spcBef>
              <a:buNone/>
              <a:defRPr lang="nl-NL" sz="2000"/>
            </a:lvl1pPr>
            <a:lvl2pPr>
              <a:spcBef>
                <a:spcPts val="600"/>
              </a:spcBef>
              <a:defRPr lang="nl-NL" sz="2000"/>
            </a:lvl2pPr>
            <a:lvl3pPr>
              <a:spcBef>
                <a:spcPts val="1800"/>
              </a:spcBef>
              <a:defRPr lang="nl-NL" sz="2000"/>
            </a:lvl3pPr>
            <a:lvl4pPr>
              <a:spcBef>
                <a:spcPts val="1800"/>
              </a:spcBef>
              <a:defRPr lang="nl-NL" sz="2000"/>
            </a:lvl4pPr>
            <a:lvl5pPr>
              <a:spcBef>
                <a:spcPts val="1800"/>
              </a:spcBef>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7" name="Tijdelijke aanduiding voor inhoud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rtlCol="0">
            <a:normAutofit/>
          </a:bodyPr>
          <a:lstStyle>
            <a:lvl1pPr marL="342900" indent="-342900">
              <a:spcBef>
                <a:spcPts val="1800"/>
              </a:spcBef>
              <a:buFont typeface="Arial" panose="020B0604020202020204" pitchFamily="34" charset="0"/>
              <a:buChar char="•"/>
              <a:defRPr lang="nl-NL" sz="2000"/>
            </a:lvl1pPr>
            <a:lvl2pPr>
              <a:spcBef>
                <a:spcPts val="1800"/>
              </a:spcBef>
              <a:defRPr lang="nl-NL" sz="2000"/>
            </a:lvl2pPr>
            <a:lvl3pPr>
              <a:spcBef>
                <a:spcPts val="1800"/>
              </a:spcBef>
              <a:defRPr lang="nl-NL" sz="2000"/>
            </a:lvl3pPr>
            <a:lvl4pPr>
              <a:spcBef>
                <a:spcPts val="1800"/>
              </a:spcBef>
              <a:defRPr lang="nl-NL" sz="2000"/>
            </a:lvl4pPr>
            <a:lvl5pPr>
              <a:spcBef>
                <a:spcPts val="1800"/>
              </a:spcBef>
              <a:defRPr lang="nl-NL" sz="2000"/>
            </a:lvl5pPr>
          </a:lstStyle>
          <a:p>
            <a:pPr lvl="0" rtl="0"/>
            <a:r>
              <a:rPr lang="nl-NL"/>
              <a:t>Klik om inhoud toe te voegen</a:t>
            </a:r>
          </a:p>
          <a:p>
            <a:pPr lvl="1" rtl="0"/>
            <a:r>
              <a:rPr lang="nl-NL"/>
              <a:t>Tweede niveau</a:t>
            </a:r>
          </a:p>
          <a:p>
            <a:pPr lvl="2" rtl="0"/>
            <a:r>
              <a:rPr lang="nl-NL"/>
              <a:t>Derde niveau</a:t>
            </a:r>
          </a:p>
          <a:p>
            <a:pPr lvl="3" rtl="0"/>
            <a:r>
              <a:rPr lang="nl-NL"/>
              <a:t>Vierde niveau</a:t>
            </a:r>
          </a:p>
          <a:p>
            <a:pPr lvl="4" rtl="0"/>
            <a:r>
              <a:rPr lang="nl-NL"/>
              <a:t>Vijfde niveau</a:t>
            </a:r>
          </a:p>
        </p:txBody>
      </p:sp>
      <p:sp>
        <p:nvSpPr>
          <p:cNvPr id="8" name="Tijdelijke aanduiding voor datum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nl-NL"/>
            </a:defPPr>
          </a:lstStyle>
          <a:p>
            <a:pPr rtl="0"/>
            <a:endParaRPr lang="nl-NL" dirty="0">
              <a:latin typeface="+mn-lt"/>
            </a:endParaRPr>
          </a:p>
        </p:txBody>
      </p:sp>
      <p:sp>
        <p:nvSpPr>
          <p:cNvPr id="10" name="Tijdelijke aanduiding voor dianumm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nl-NL"/>
            </a:defPPr>
          </a:lstStyle>
          <a:p>
            <a:pPr rtl="0"/>
            <a:fld id="{294A09A9-5501-47C1-A89A-A340965A2BE2}" type="slidenum">
              <a:rPr lang="nl-NL" smtClean="0"/>
              <a:pPr rtl="0"/>
              <a:t>‹#›</a:t>
            </a:fld>
            <a:endParaRPr lang="nl-NL"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el 2">
    <p:bg>
      <p:bgPr>
        <a:solidFill>
          <a:schemeClr val="tx1"/>
        </a:solidFill>
        <a:effectLst/>
      </p:bgPr>
    </p:bg>
    <p:spTree>
      <p:nvGrpSpPr>
        <p:cNvPr id="1" name=""/>
        <p:cNvGrpSpPr/>
        <p:nvPr/>
      </p:nvGrpSpPr>
      <p:grpSpPr>
        <a:xfrm>
          <a:off x="0" y="0"/>
          <a:ext cx="0" cy="0"/>
          <a:chOff x="0" y="0"/>
          <a:chExt cx="0" cy="0"/>
        </a:xfrm>
      </p:grpSpPr>
      <p:sp>
        <p:nvSpPr>
          <p:cNvPr id="16" name="Titel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rtlCol="0" anchor="b" anchorCtr="0">
            <a:noAutofit/>
          </a:bodyPr>
          <a:lstStyle>
            <a:lvl1pPr>
              <a:defRPr lang="nl-NL" sz="4400" b="1" i="0">
                <a:solidFill>
                  <a:schemeClr val="bg1"/>
                </a:solidFill>
                <a:latin typeface="+mj-lt"/>
              </a:defRPr>
            </a:lvl1pPr>
          </a:lstStyle>
          <a:p>
            <a:pPr rtl="0"/>
            <a:r>
              <a:rPr lang="nl-NL"/>
              <a:t>Klik om titel toe te voegen </a:t>
            </a:r>
          </a:p>
        </p:txBody>
      </p:sp>
      <p:sp>
        <p:nvSpPr>
          <p:cNvPr id="9" name="Tijdelijke aanduiding voor tabel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rtlCol="0">
            <a:noAutofit/>
          </a:bodyPr>
          <a:lstStyle>
            <a:lvl1pPr>
              <a:defRPr lang="nl-NL"/>
            </a:lvl1pPr>
          </a:lstStyle>
          <a:p>
            <a:pPr rtl="0"/>
            <a:r>
              <a:rPr lang="en-US"/>
              <a:t>Click icon to add table</a:t>
            </a:r>
            <a:endParaRPr lang="nl-NL"/>
          </a:p>
        </p:txBody>
      </p:sp>
      <p:sp>
        <p:nvSpPr>
          <p:cNvPr id="10" name="Tijdelijke aanduiding voor dianumm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rtlCol="0"/>
          <a:lstStyle>
            <a:defPPr>
              <a:defRPr lang="nl-NL"/>
            </a:defPPr>
          </a:lstStyle>
          <a:p>
            <a:pPr rtl="0"/>
            <a:fld id="{294A09A9-5501-47C1-A89A-A340965A2BE2}" type="slidenum">
              <a:rPr lang="nl-NL" smtClean="0"/>
              <a:pPr rtl="0"/>
              <a:t>‹#›</a:t>
            </a:fld>
            <a:endParaRPr lang="nl-NL" dirty="0">
              <a:latin typeface="+mn-lt"/>
            </a:endParaRPr>
          </a:p>
        </p:txBody>
      </p:sp>
      <p:sp>
        <p:nvSpPr>
          <p:cNvPr id="8" name="Tijdelijke aanduiding voor datum 7">
            <a:extLst>
              <a:ext uri="{FF2B5EF4-FFF2-40B4-BE49-F238E27FC236}">
                <a16:creationId xmlns:a16="http://schemas.microsoft.com/office/drawing/2014/main" id="{C5EA2E64-5690-A56B-7051-476EC7BADA55}"/>
              </a:ext>
            </a:extLst>
          </p:cNvPr>
          <p:cNvSpPr>
            <a:spLocks noGrp="1"/>
          </p:cNvSpPr>
          <p:nvPr>
            <p:ph type="dt" sz="half" idx="11"/>
          </p:nvPr>
        </p:nvSpPr>
        <p:spPr/>
        <p:txBody>
          <a:bodyPr rtlCol="0"/>
          <a:lstStyle>
            <a:defPPr>
              <a:defRPr lang="nl-NL"/>
            </a:defPPr>
          </a:lstStyle>
          <a:p>
            <a:pPr rtl="0"/>
            <a:endParaRPr lang="nl-NL" dirty="0">
              <a:latin typeface="+mn-lt"/>
            </a:endParaRPr>
          </a:p>
        </p:txBody>
      </p:sp>
      <p:cxnSp>
        <p:nvCxnSpPr>
          <p:cNvPr id="4" name="Rechte verbindingslijn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3">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rtlCol="0" anchor="b">
            <a:noAutofit/>
          </a:bodyPr>
          <a:lstStyle>
            <a:lvl1pPr algn="l">
              <a:lnSpc>
                <a:spcPct val="80000"/>
              </a:lnSpc>
              <a:defRPr lang="nl-NL" sz="6000" b="1" i="0" spc="100" baseline="0">
                <a:solidFill>
                  <a:schemeClr val="bg1"/>
                </a:solidFill>
                <a:latin typeface="+mj-lt"/>
              </a:defRPr>
            </a:lvl1pPr>
          </a:lstStyle>
          <a:p>
            <a:pPr rtl="0"/>
            <a:r>
              <a:rPr lang="nl-NL"/>
              <a:t>Klik om titel toe te voegen </a:t>
            </a:r>
          </a:p>
        </p:txBody>
      </p:sp>
      <p:grpSp>
        <p:nvGrpSpPr>
          <p:cNvPr id="9" name="Groe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Vrije v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1" name="Vrije v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12" name="Vrije v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grpSp>
      <p:sp>
        <p:nvSpPr>
          <p:cNvPr id="18" name="Tijdelijke aanduiding voor tekst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rtlCol="0">
            <a:noAutofit/>
          </a:bodyPr>
          <a:lstStyle>
            <a:lvl1pPr marL="0" indent="0">
              <a:buNone/>
              <a:defRPr lang="nl-NL" sz="2400" b="1" i="0">
                <a:solidFill>
                  <a:schemeClr val="tx2">
                    <a:lumMod val="75000"/>
                  </a:schemeClr>
                </a:solidFill>
                <a:latin typeface="+mn-lt"/>
              </a:defRPr>
            </a:lvl1pPr>
            <a:lvl2pPr>
              <a:defRPr lang="nl-NL" sz="4000"/>
            </a:lvl2pPr>
            <a:lvl3pPr>
              <a:defRPr lang="nl-NL" sz="4000"/>
            </a:lvl3pPr>
            <a:lvl4pPr>
              <a:defRPr lang="nl-NL" sz="4000"/>
            </a:lvl4pPr>
            <a:lvl5pPr>
              <a:defRPr lang="nl-NL" sz="4000"/>
            </a:lvl5pPr>
          </a:lstStyle>
          <a:p>
            <a:pPr lvl="0" rtl="0"/>
            <a:r>
              <a:rPr lang="nl-NL"/>
              <a:t>Klik om tekst toe te voegen</a:t>
            </a:r>
          </a:p>
        </p:txBody>
      </p:sp>
      <p:cxnSp>
        <p:nvCxnSpPr>
          <p:cNvPr id="4" name="Rechte verbindingslijn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ijdelijke aanduiding voor tekst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defPPr>
              <a:defRPr lang="nl-NL"/>
            </a:defPPr>
          </a:lstStyle>
          <a:p>
            <a:pPr lvl="0" rtl="0"/>
            <a:r>
              <a:rPr lang="nl-NL"/>
              <a:t>Klik om de tekststijlen van het model te bewerken</a:t>
            </a:r>
          </a:p>
          <a:p>
            <a:pPr lvl="1" rtl="0"/>
            <a:r>
              <a:rPr lang="nl-NL"/>
              <a:t>Tweede niveau</a:t>
            </a:r>
          </a:p>
          <a:p>
            <a:pPr lvl="2" rtl="0"/>
            <a:r>
              <a:rPr lang="nl-NL"/>
              <a:t>Derde niveau</a:t>
            </a:r>
          </a:p>
          <a:p>
            <a:pPr lvl="3" rtl="0"/>
            <a:r>
              <a:rPr lang="nl-NL"/>
              <a:t>Vierde niveau</a:t>
            </a:r>
          </a:p>
          <a:p>
            <a:pPr lvl="4" rtl="0"/>
            <a:r>
              <a:rPr lang="nl-NL"/>
              <a:t>Vijfde niveau</a:t>
            </a:r>
          </a:p>
        </p:txBody>
      </p:sp>
      <p:sp>
        <p:nvSpPr>
          <p:cNvPr id="12" name="Tijdelijke aanduiding voor titel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defPPr>
              <a:defRPr lang="nl-NL"/>
            </a:defPPr>
          </a:lstStyle>
          <a:p>
            <a:pPr rtl="0"/>
            <a:r>
              <a:rPr lang="nl-NL"/>
              <a:t>Klik om de titelstijl van het model te bewerken</a:t>
            </a:r>
          </a:p>
        </p:txBody>
      </p:sp>
      <p:sp>
        <p:nvSpPr>
          <p:cNvPr id="30" name="Tijdelijke aanduiding voor datum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lang="nl-NL" sz="1100" b="0" i="0">
                <a:solidFill>
                  <a:schemeClr val="bg1"/>
                </a:solidFill>
                <a:latin typeface="+mn-lt"/>
              </a:defRPr>
            </a:lvl1pPr>
          </a:lstStyle>
          <a:p>
            <a:pPr rtl="0"/>
            <a:endParaRPr lang="nl-NL" dirty="0">
              <a:latin typeface="+mn-lt"/>
            </a:endParaRPr>
          </a:p>
        </p:txBody>
      </p:sp>
      <p:sp>
        <p:nvSpPr>
          <p:cNvPr id="32" name="Tijdelijke aanduiding voor dianumm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lang="nl-NL" sz="1100" b="1" i="0">
                <a:solidFill>
                  <a:schemeClr val="bg1"/>
                </a:solidFill>
                <a:latin typeface="+mn-lt"/>
              </a:defRPr>
            </a:lvl1pPr>
          </a:lstStyle>
          <a:p>
            <a:pPr rtl="0"/>
            <a:fld id="{294A09A9-5501-47C1-A89A-A340965A2BE2}" type="slidenum">
              <a:rPr lang="nl-NL" smtClean="0"/>
              <a:pPr rtl="0"/>
              <a:t>‹#›</a:t>
            </a:fld>
            <a:endParaRPr lang="nl-NL"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lang="nl-NL" sz="4400" b="1" i="0" kern="1200" spc="100" baseline="0">
          <a:solidFill>
            <a:schemeClr val="bg1"/>
          </a:solidFill>
          <a:latin typeface="+mj-lt"/>
          <a:ea typeface="+mj-ea"/>
          <a:cs typeface="+mj-cs"/>
        </a:defRPr>
      </a:lvl1pPr>
      <a:lvl2pPr eaLnBrk="1" hangingPunct="1">
        <a:defRPr lang="nl-NL">
          <a:solidFill>
            <a:schemeClr val="tx2"/>
          </a:solidFill>
        </a:defRPr>
      </a:lvl2pPr>
      <a:lvl3pPr eaLnBrk="1" hangingPunct="1">
        <a:defRPr lang="nl-NL">
          <a:solidFill>
            <a:schemeClr val="tx2"/>
          </a:solidFill>
        </a:defRPr>
      </a:lvl3pPr>
      <a:lvl4pPr eaLnBrk="1" hangingPunct="1">
        <a:defRPr lang="nl-NL">
          <a:solidFill>
            <a:schemeClr val="tx2"/>
          </a:solidFill>
        </a:defRPr>
      </a:lvl4pPr>
      <a:lvl5pPr eaLnBrk="1" hangingPunct="1">
        <a:defRPr lang="nl-NL">
          <a:solidFill>
            <a:schemeClr val="tx2"/>
          </a:solidFill>
        </a:defRPr>
      </a:lvl5pPr>
      <a:lvl6pPr eaLnBrk="1" hangingPunct="1">
        <a:defRPr lang="nl-NL">
          <a:solidFill>
            <a:schemeClr val="tx2"/>
          </a:solidFill>
        </a:defRPr>
      </a:lvl6pPr>
      <a:lvl7pPr eaLnBrk="1" hangingPunct="1">
        <a:defRPr lang="nl-NL">
          <a:solidFill>
            <a:schemeClr val="tx2"/>
          </a:solidFill>
        </a:defRPr>
      </a:lvl7pPr>
      <a:lvl8pPr eaLnBrk="1" hangingPunct="1">
        <a:defRPr lang="nl-NL">
          <a:solidFill>
            <a:schemeClr val="tx2"/>
          </a:solidFill>
        </a:defRPr>
      </a:lvl8pPr>
      <a:lvl9pPr eaLnBrk="1" hangingPunct="1">
        <a:defRPr lang="nl-NL">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lang="nl-NL"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lang="nl-NL"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lang="nl-NL"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lang="nl-NL"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lang="nl-NL"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nl-NL" sz="1800" kern="1200">
          <a:solidFill>
            <a:schemeClr val="tx1"/>
          </a:solidFill>
          <a:latin typeface="+mn-lt"/>
          <a:ea typeface="+mn-ea"/>
          <a:cs typeface="+mn-cs"/>
        </a:defRPr>
      </a:lvl9pPr>
    </p:bodyStyle>
    <p:otherStyle>
      <a:defPPr>
        <a:defRPr lang="nl-NL"/>
      </a:defPPr>
      <a:lvl1pPr marL="0" algn="l" defTabSz="914400" rtl="0" eaLnBrk="1" latinLnBrk="0" hangingPunct="1">
        <a:defRPr lang="nl-NL" sz="1800" kern="1200">
          <a:solidFill>
            <a:schemeClr val="tx1"/>
          </a:solidFill>
          <a:latin typeface="+mn-lt"/>
          <a:ea typeface="+mn-ea"/>
          <a:cs typeface="+mn-cs"/>
        </a:defRPr>
      </a:lvl1pPr>
      <a:lvl2pPr marL="457200" algn="l" defTabSz="914400" rtl="0" eaLnBrk="1" latinLnBrk="0" hangingPunct="1">
        <a:defRPr lang="nl-NL" sz="1800" kern="1200">
          <a:solidFill>
            <a:schemeClr val="tx1"/>
          </a:solidFill>
          <a:latin typeface="+mn-lt"/>
          <a:ea typeface="+mn-ea"/>
          <a:cs typeface="+mn-cs"/>
        </a:defRPr>
      </a:lvl2pPr>
      <a:lvl3pPr marL="914400" algn="l" defTabSz="914400" rtl="0" eaLnBrk="1" latinLnBrk="0" hangingPunct="1">
        <a:defRPr lang="nl-NL" sz="1800" kern="1200">
          <a:solidFill>
            <a:schemeClr val="tx1"/>
          </a:solidFill>
          <a:latin typeface="+mn-lt"/>
          <a:ea typeface="+mn-ea"/>
          <a:cs typeface="+mn-cs"/>
        </a:defRPr>
      </a:lvl3pPr>
      <a:lvl4pPr marL="1371600" algn="l" defTabSz="914400" rtl="0" eaLnBrk="1" latinLnBrk="0" hangingPunct="1">
        <a:defRPr lang="nl-NL" sz="1800" kern="1200">
          <a:solidFill>
            <a:schemeClr val="tx1"/>
          </a:solidFill>
          <a:latin typeface="+mn-lt"/>
          <a:ea typeface="+mn-ea"/>
          <a:cs typeface="+mn-cs"/>
        </a:defRPr>
      </a:lvl4pPr>
      <a:lvl5pPr marL="1828800" algn="l" defTabSz="914400" rtl="0" eaLnBrk="1" latinLnBrk="0" hangingPunct="1">
        <a:defRPr lang="nl-NL" sz="1800" kern="1200">
          <a:solidFill>
            <a:schemeClr val="tx1"/>
          </a:solidFill>
          <a:latin typeface="+mn-lt"/>
          <a:ea typeface="+mn-ea"/>
          <a:cs typeface="+mn-cs"/>
        </a:defRPr>
      </a:lvl5pPr>
      <a:lvl6pPr marL="2286000" algn="l" defTabSz="914400" rtl="0" eaLnBrk="1" latinLnBrk="0" hangingPunct="1">
        <a:defRPr lang="nl-NL" sz="1800" kern="1200">
          <a:solidFill>
            <a:schemeClr val="tx1"/>
          </a:solidFill>
          <a:latin typeface="+mn-lt"/>
          <a:ea typeface="+mn-ea"/>
          <a:cs typeface="+mn-cs"/>
        </a:defRPr>
      </a:lvl6pPr>
      <a:lvl7pPr marL="2743200" algn="l" defTabSz="914400" rtl="0" eaLnBrk="1" latinLnBrk="0" hangingPunct="1">
        <a:defRPr lang="nl-NL" sz="1800" kern="1200">
          <a:solidFill>
            <a:schemeClr val="tx1"/>
          </a:solidFill>
          <a:latin typeface="+mn-lt"/>
          <a:ea typeface="+mn-ea"/>
          <a:cs typeface="+mn-cs"/>
        </a:defRPr>
      </a:lvl7pPr>
      <a:lvl8pPr marL="3200400" algn="l" defTabSz="914400" rtl="0" eaLnBrk="1" latinLnBrk="0" hangingPunct="1">
        <a:defRPr lang="nl-NL" sz="1800" kern="1200">
          <a:solidFill>
            <a:schemeClr val="tx1"/>
          </a:solidFill>
          <a:latin typeface="+mn-lt"/>
          <a:ea typeface="+mn-ea"/>
          <a:cs typeface="+mn-cs"/>
        </a:defRPr>
      </a:lvl8pPr>
      <a:lvl9pPr marL="3657600" algn="l" defTabSz="914400" rtl="0" eaLnBrk="1" latinLnBrk="0" hangingPunct="1">
        <a:defRPr lang="nl-NL"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1.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AB1D9D6-2977-ABCD-FDF8-51AFA5064E54}"/>
              </a:ext>
            </a:extLst>
          </p:cNvPr>
          <p:cNvSpPr>
            <a:spLocks noGrp="1"/>
          </p:cNvSpPr>
          <p:nvPr>
            <p:ph type="title"/>
          </p:nvPr>
        </p:nvSpPr>
        <p:spPr>
          <a:xfrm>
            <a:off x="594360" y="198408"/>
            <a:ext cx="10972800" cy="1574317"/>
          </a:xfrm>
        </p:spPr>
        <p:txBody>
          <a:bodyPr rtlCol="0" anchor="b">
            <a:normAutofit/>
          </a:bodyPr>
          <a:lstStyle>
            <a:defPPr>
              <a:defRPr lang="nl-NL"/>
            </a:defPPr>
          </a:lstStyle>
          <a:p>
            <a:pPr rtl="0"/>
            <a:r>
              <a:rPr lang="nl-NL" b="0" dirty="0"/>
              <a:t>Regentonmeter</a:t>
            </a:r>
          </a:p>
        </p:txBody>
      </p:sp>
      <p:pic>
        <p:nvPicPr>
          <p:cNvPr id="6" name="Picture Placeholder 5">
            <a:extLst>
              <a:ext uri="{FF2B5EF4-FFF2-40B4-BE49-F238E27FC236}">
                <a16:creationId xmlns:a16="http://schemas.microsoft.com/office/drawing/2014/main" id="{03CABE0D-6CD6-15A6-77FB-51C218B0AC78}"/>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774164" y="2676525"/>
            <a:ext cx="5389468" cy="3597470"/>
          </a:xfrm>
          <a:prstGeom prst="rect">
            <a:avLst/>
          </a:prstGeom>
          <a:noFill/>
        </p:spPr>
      </p:pic>
      <p:sp>
        <p:nvSpPr>
          <p:cNvPr id="3" name="Text Placeholder 2">
            <a:extLst>
              <a:ext uri="{FF2B5EF4-FFF2-40B4-BE49-F238E27FC236}">
                <a16:creationId xmlns:a16="http://schemas.microsoft.com/office/drawing/2014/main" id="{C055F86E-4DAE-282E-5BF5-073CC55E3109}"/>
              </a:ext>
            </a:extLst>
          </p:cNvPr>
          <p:cNvSpPr>
            <a:spLocks noGrp="1"/>
          </p:cNvSpPr>
          <p:nvPr>
            <p:ph sz="quarter" idx="14"/>
          </p:nvPr>
        </p:nvSpPr>
        <p:spPr>
          <a:xfrm>
            <a:off x="7620000" y="2676525"/>
            <a:ext cx="3947160" cy="3597470"/>
          </a:xfrm>
        </p:spPr>
        <p:txBody>
          <a:bodyPr>
            <a:normAutofit/>
          </a:bodyPr>
          <a:lstStyle/>
          <a:p>
            <a:r>
              <a:rPr lang="en-GB" dirty="0"/>
              <a:t>Een </a:t>
            </a:r>
            <a:r>
              <a:rPr lang="en-GB" dirty="0" err="1"/>
              <a:t>iot</a:t>
            </a:r>
            <a:r>
              <a:rPr lang="en-GB" dirty="0"/>
              <a:t> </a:t>
            </a:r>
            <a:r>
              <a:rPr lang="en-GB" dirty="0" err="1"/>
              <a:t>oplossing</a:t>
            </a:r>
            <a:r>
              <a:rPr lang="en-GB" dirty="0"/>
              <a:t> </a:t>
            </a:r>
            <a:r>
              <a:rPr lang="en-GB" dirty="0" err="1"/>
              <a:t>voor</a:t>
            </a:r>
            <a:r>
              <a:rPr lang="en-GB" dirty="0"/>
              <a:t> </a:t>
            </a:r>
            <a:r>
              <a:rPr lang="en-GB" dirty="0" err="1"/>
              <a:t>een</a:t>
            </a:r>
            <a:r>
              <a:rPr lang="en-GB" dirty="0"/>
              <a:t> </a:t>
            </a:r>
            <a:r>
              <a:rPr lang="en-GB" dirty="0" err="1"/>
              <a:t>regenwater</a:t>
            </a:r>
            <a:r>
              <a:rPr lang="en-GB" dirty="0"/>
              <a:t> buffering</a:t>
            </a:r>
            <a:endParaRPr lang="nl-NL" dirty="0"/>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rtlCol="0"/>
          <a:lstStyle>
            <a:defPPr>
              <a:defRPr lang="nl-NL"/>
            </a:defPPr>
          </a:lstStyle>
          <a:p>
            <a:pPr rtl="0"/>
            <a:r>
              <a:rPr lang="nl-NL" b="0" dirty="0"/>
              <a:t>Agenda</a:t>
            </a:r>
          </a:p>
        </p:txBody>
      </p:sp>
      <p:sp>
        <p:nvSpPr>
          <p:cNvPr id="3" name="Tijdelijke aanduiding voor tekst 2">
            <a:extLst>
              <a:ext uri="{FF2B5EF4-FFF2-40B4-BE49-F238E27FC236}">
                <a16:creationId xmlns:a16="http://schemas.microsoft.com/office/drawing/2014/main" id="{3B8EBC2C-6DD7-5003-38EB-40753046FE8C}"/>
              </a:ext>
            </a:extLst>
          </p:cNvPr>
          <p:cNvSpPr>
            <a:spLocks noGrp="1"/>
          </p:cNvSpPr>
          <p:nvPr>
            <p:ph sz="quarter" idx="13"/>
          </p:nvPr>
        </p:nvSpPr>
        <p:spPr>
          <a:xfrm>
            <a:off x="593725" y="2281238"/>
            <a:ext cx="6788150" cy="3709987"/>
          </a:xfrm>
        </p:spPr>
        <p:txBody>
          <a:bodyPr tIns="457200" rtlCol="0"/>
          <a:lstStyle>
            <a:defPPr>
              <a:defRPr lang="nl-NL"/>
            </a:defPPr>
          </a:lstStyle>
          <a:p>
            <a:pPr rtl="0"/>
            <a:r>
              <a:rPr lang="nl-NL" dirty="0">
                <a:solidFill>
                  <a:schemeClr val="tx2">
                    <a:lumMod val="50000"/>
                  </a:schemeClr>
                </a:solidFill>
              </a:rPr>
              <a:t>Casus &amp; Opdracht</a:t>
            </a:r>
          </a:p>
          <a:p>
            <a:pPr rtl="0"/>
            <a:r>
              <a:rPr lang="nl-NL" dirty="0">
                <a:solidFill>
                  <a:schemeClr val="tx2">
                    <a:lumMod val="50000"/>
                  </a:schemeClr>
                </a:solidFill>
              </a:rPr>
              <a:t>Technische keuzes </a:t>
            </a:r>
          </a:p>
          <a:p>
            <a:pPr rtl="0"/>
            <a:r>
              <a:rPr lang="nl-NL" dirty="0">
                <a:solidFill>
                  <a:schemeClr val="tx2">
                    <a:lumMod val="50000"/>
                  </a:schemeClr>
                </a:solidFill>
              </a:rPr>
              <a:t>Data Flow &amp; System Blocks </a:t>
            </a:r>
          </a:p>
          <a:p>
            <a:pPr rtl="0"/>
            <a:r>
              <a:rPr lang="nl-NL" dirty="0">
                <a:solidFill>
                  <a:schemeClr val="tx2">
                    <a:lumMod val="50000"/>
                  </a:schemeClr>
                </a:solidFill>
              </a:rPr>
              <a:t>Implementatie </a:t>
            </a:r>
          </a:p>
          <a:p>
            <a:pPr rtl="0"/>
            <a:r>
              <a:rPr lang="nl-NL" dirty="0">
                <a:solidFill>
                  <a:schemeClr val="tx2">
                    <a:lumMod val="50000"/>
                  </a:schemeClr>
                </a:solidFill>
              </a:rPr>
              <a:t>Samenvatting </a:t>
            </a:r>
          </a:p>
          <a:p>
            <a:pPr rtl="0"/>
            <a:r>
              <a:rPr lang="nl-NL" dirty="0">
                <a:solidFill>
                  <a:schemeClr val="tx2">
                    <a:lumMod val="50000"/>
                  </a:schemeClr>
                </a:solidFill>
              </a:rPr>
              <a:t>Laatste tips en vaststellingen</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C37279A-330D-886F-340D-494A5005E5FC}"/>
              </a:ext>
            </a:extLst>
          </p:cNvPr>
          <p:cNvSpPr>
            <a:spLocks noGrp="1"/>
          </p:cNvSpPr>
          <p:nvPr>
            <p:ph type="title"/>
          </p:nvPr>
        </p:nvSpPr>
        <p:spPr/>
        <p:txBody>
          <a:bodyPr rtlCol="0"/>
          <a:lstStyle>
            <a:defPPr>
              <a:defRPr lang="nl-NL"/>
            </a:defPPr>
          </a:lstStyle>
          <a:p>
            <a:pPr rtl="0"/>
            <a:r>
              <a:rPr lang="nl-NL" sz="3600" b="0" dirty="0"/>
              <a:t>Casus &amp; Opdracht</a:t>
            </a:r>
          </a:p>
        </p:txBody>
      </p:sp>
      <p:sp>
        <p:nvSpPr>
          <p:cNvPr id="7" name="Content Placeholder 6">
            <a:extLst>
              <a:ext uri="{FF2B5EF4-FFF2-40B4-BE49-F238E27FC236}">
                <a16:creationId xmlns:a16="http://schemas.microsoft.com/office/drawing/2014/main" id="{1198F071-BC0A-A1C7-6A5A-D9CCAD80DBD9}"/>
              </a:ext>
            </a:extLst>
          </p:cNvPr>
          <p:cNvSpPr>
            <a:spLocks noGrp="1"/>
          </p:cNvSpPr>
          <p:nvPr>
            <p:ph sz="quarter" idx="13"/>
          </p:nvPr>
        </p:nvSpPr>
        <p:spPr/>
        <p:txBody>
          <a:bodyPr>
            <a:normAutofit/>
          </a:bodyPr>
          <a:lstStyle/>
          <a:p>
            <a:pPr marL="342900" indent="-342900">
              <a:buFont typeface="Wingdings" panose="05000000000000000000" pitchFamily="2" charset="2"/>
              <a:buChar char="Ø"/>
            </a:pPr>
            <a:r>
              <a:rPr lang="nl-NL" sz="1600" dirty="0">
                <a:solidFill>
                  <a:srgbClr val="002060"/>
                </a:solidFill>
              </a:rPr>
              <a:t>Extreme weersomstandigheden en hevige regenbuien </a:t>
            </a:r>
          </a:p>
          <a:p>
            <a:pPr marL="342900" indent="-342900">
              <a:buFont typeface="Wingdings" panose="05000000000000000000" pitchFamily="2" charset="2"/>
              <a:buChar char="Ø"/>
            </a:pPr>
            <a:r>
              <a:rPr lang="nl-NL" sz="1600" b="1" dirty="0">
                <a:solidFill>
                  <a:srgbClr val="002060"/>
                </a:solidFill>
              </a:rPr>
              <a:t>Water zorgt voor overlast en schade</a:t>
            </a:r>
          </a:p>
          <a:p>
            <a:pPr marL="342900" indent="-342900">
              <a:buFont typeface="Wingdings" panose="05000000000000000000" pitchFamily="2" charset="2"/>
              <a:buChar char="Ø"/>
            </a:pPr>
            <a:r>
              <a:rPr lang="nl-NL" sz="1600" dirty="0">
                <a:solidFill>
                  <a:srgbClr val="002060"/>
                </a:solidFill>
              </a:rPr>
              <a:t>Regenwater is schoon water</a:t>
            </a:r>
          </a:p>
          <a:p>
            <a:pPr marL="342900" indent="-342900">
              <a:buFont typeface="Wingdings" panose="05000000000000000000" pitchFamily="2" charset="2"/>
              <a:buChar char="Ø"/>
            </a:pPr>
            <a:r>
              <a:rPr lang="nl-NL" sz="1600" b="1" dirty="0">
                <a:solidFill>
                  <a:srgbClr val="002060"/>
                </a:solidFill>
              </a:rPr>
              <a:t>Apeldoorn wil wateroverlast voorkomen </a:t>
            </a:r>
            <a:r>
              <a:rPr lang="nl-NL" sz="1600" dirty="0">
                <a:solidFill>
                  <a:srgbClr val="002060"/>
                </a:solidFill>
              </a:rPr>
              <a:t>en het regenwater teruggeven aan de natuur</a:t>
            </a:r>
          </a:p>
          <a:p>
            <a:pPr marL="342900" indent="-342900">
              <a:buFont typeface="Wingdings" panose="05000000000000000000" pitchFamily="2" charset="2"/>
              <a:buChar char="Ø"/>
            </a:pPr>
            <a:r>
              <a:rPr lang="nl-NL" sz="1600" b="1" dirty="0">
                <a:solidFill>
                  <a:srgbClr val="002060"/>
                </a:solidFill>
              </a:rPr>
              <a:t>De regenpijp bij de woning afkoppelen van het riool </a:t>
            </a:r>
            <a:r>
              <a:rPr lang="nl-NL" sz="1600" dirty="0">
                <a:solidFill>
                  <a:srgbClr val="002060"/>
                </a:solidFill>
              </a:rPr>
              <a:t>en het regenwater in een buffer opslaan</a:t>
            </a:r>
          </a:p>
          <a:p>
            <a:pPr marL="342900" indent="-342900">
              <a:buFont typeface="Wingdings" panose="05000000000000000000" pitchFamily="2" charset="2"/>
              <a:buChar char="Ø"/>
            </a:pPr>
            <a:r>
              <a:rPr lang="nl-NL" sz="1600" b="1" dirty="0">
                <a:solidFill>
                  <a:srgbClr val="002060"/>
                </a:solidFill>
              </a:rPr>
              <a:t>Wat is het effect van de afkoppeling?</a:t>
            </a:r>
          </a:p>
        </p:txBody>
      </p:sp>
      <p:sp>
        <p:nvSpPr>
          <p:cNvPr id="8" name="Content Placeholder 7">
            <a:extLst>
              <a:ext uri="{FF2B5EF4-FFF2-40B4-BE49-F238E27FC236}">
                <a16:creationId xmlns:a16="http://schemas.microsoft.com/office/drawing/2014/main" id="{7D818626-1818-3263-FA9E-98481E3DC3FE}"/>
              </a:ext>
            </a:extLst>
          </p:cNvPr>
          <p:cNvSpPr>
            <a:spLocks noGrp="1"/>
          </p:cNvSpPr>
          <p:nvPr>
            <p:ph sz="quarter" idx="14"/>
          </p:nvPr>
        </p:nvSpPr>
        <p:spPr/>
        <p:txBody>
          <a:bodyPr>
            <a:normAutofit/>
          </a:bodyPr>
          <a:lstStyle/>
          <a:p>
            <a:pPr>
              <a:buFont typeface="Wingdings" panose="05000000000000000000" pitchFamily="2" charset="2"/>
              <a:buChar char="ü"/>
            </a:pPr>
            <a:r>
              <a:rPr lang="nl-NL" sz="1600" dirty="0">
                <a:solidFill>
                  <a:srgbClr val="7030A0"/>
                </a:solidFill>
              </a:rPr>
              <a:t>Een nieuwe product ontwikkelen "</a:t>
            </a:r>
            <a:r>
              <a:rPr lang="nl-NL" sz="1600" b="1" dirty="0">
                <a:solidFill>
                  <a:srgbClr val="7030A0"/>
                </a:solidFill>
              </a:rPr>
              <a:t>Regentonmeter</a:t>
            </a:r>
            <a:r>
              <a:rPr lang="nl-NL" sz="1600" dirty="0">
                <a:solidFill>
                  <a:srgbClr val="7030A0"/>
                </a:solidFill>
              </a:rPr>
              <a:t>“ die bestaat uit:</a:t>
            </a:r>
          </a:p>
          <a:p>
            <a:pPr>
              <a:buFont typeface="+mj-lt"/>
              <a:buAutoNum type="alphaUcPeriod"/>
            </a:pPr>
            <a:r>
              <a:rPr lang="nl-NL" sz="1600" b="1" dirty="0">
                <a:solidFill>
                  <a:srgbClr val="7030A0"/>
                </a:solidFill>
              </a:rPr>
              <a:t>Een node</a:t>
            </a:r>
          </a:p>
          <a:p>
            <a:pPr>
              <a:buFont typeface="+mj-lt"/>
              <a:buAutoNum type="alphaUcPeriod"/>
            </a:pPr>
            <a:r>
              <a:rPr lang="nl-NL" sz="1600" b="1" dirty="0">
                <a:solidFill>
                  <a:srgbClr val="7030A0"/>
                </a:solidFill>
              </a:rPr>
              <a:t>Een server applicatie</a:t>
            </a:r>
          </a:p>
          <a:p>
            <a:pPr>
              <a:buFont typeface="+mj-lt"/>
              <a:buAutoNum type="alphaUcPeriod"/>
            </a:pPr>
            <a:r>
              <a:rPr lang="nl-NL" sz="1600" b="1" dirty="0">
                <a:solidFill>
                  <a:srgbClr val="7030A0"/>
                </a:solidFill>
              </a:rPr>
              <a:t>een applicatie</a:t>
            </a:r>
          </a:p>
        </p:txBody>
      </p:sp>
    </p:spTree>
    <p:extLst>
      <p:ext uri="{BB962C8B-B14F-4D97-AF65-F5344CB8AC3E}">
        <p14:creationId xmlns:p14="http://schemas.microsoft.com/office/powerpoint/2010/main" val="2249372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B8CE60-587E-1D5C-8B50-ED3441BA49CE}"/>
              </a:ext>
            </a:extLst>
          </p:cNvPr>
          <p:cNvSpPr>
            <a:spLocks noGrp="1"/>
          </p:cNvSpPr>
          <p:nvPr>
            <p:ph type="title"/>
          </p:nvPr>
        </p:nvSpPr>
        <p:spPr>
          <a:xfrm>
            <a:off x="594360" y="102875"/>
            <a:ext cx="10873740" cy="1680205"/>
          </a:xfrm>
        </p:spPr>
        <p:txBody>
          <a:bodyPr rtlCol="0" anchor="b">
            <a:normAutofit/>
          </a:bodyPr>
          <a:lstStyle>
            <a:defPPr>
              <a:defRPr lang="nl-NL"/>
            </a:defPPr>
          </a:lstStyle>
          <a:p>
            <a:pPr rtl="0"/>
            <a:r>
              <a:rPr lang="nl-NL" sz="3600" b="0" dirty="0"/>
              <a:t>Technische keuzes</a:t>
            </a:r>
          </a:p>
        </p:txBody>
      </p:sp>
      <p:sp>
        <p:nvSpPr>
          <p:cNvPr id="9" name="Content Placeholder 2">
            <a:extLst>
              <a:ext uri="{FF2B5EF4-FFF2-40B4-BE49-F238E27FC236}">
                <a16:creationId xmlns:a16="http://schemas.microsoft.com/office/drawing/2014/main" id="{F83DCF1B-DD17-E682-A3AF-9A576B8ACDC5}"/>
              </a:ext>
            </a:extLst>
          </p:cNvPr>
          <p:cNvSpPr>
            <a:spLocks noGrp="1"/>
          </p:cNvSpPr>
          <p:nvPr>
            <p:ph sz="quarter" idx="13"/>
          </p:nvPr>
        </p:nvSpPr>
        <p:spPr>
          <a:xfrm>
            <a:off x="3657600" y="2282008"/>
            <a:ext cx="7810500" cy="3699328"/>
          </a:xfrm>
        </p:spPr>
        <p:txBody>
          <a:bodyPr/>
          <a:lstStyle/>
          <a:p>
            <a:pPr>
              <a:buFont typeface="Wingdings" panose="05000000000000000000" pitchFamily="2" charset="2"/>
              <a:buChar char="q"/>
            </a:pPr>
            <a:r>
              <a:rPr lang="en-US" dirty="0">
                <a:solidFill>
                  <a:srgbClr val="002060"/>
                </a:solidFill>
              </a:rPr>
              <a:t>Een node: MCU </a:t>
            </a:r>
            <a:r>
              <a:rPr lang="en-US" dirty="0" err="1">
                <a:solidFill>
                  <a:srgbClr val="002060"/>
                </a:solidFill>
              </a:rPr>
              <a:t>en</a:t>
            </a:r>
            <a:r>
              <a:rPr lang="en-US" dirty="0">
                <a:solidFill>
                  <a:srgbClr val="002060"/>
                </a:solidFill>
              </a:rPr>
              <a:t> </a:t>
            </a:r>
            <a:r>
              <a:rPr lang="en-US" dirty="0" err="1">
                <a:solidFill>
                  <a:srgbClr val="002060"/>
                </a:solidFill>
              </a:rPr>
              <a:t>sensoren</a:t>
            </a:r>
            <a:endParaRPr lang="en-US" dirty="0">
              <a:solidFill>
                <a:srgbClr val="002060"/>
              </a:solidFill>
            </a:endParaRPr>
          </a:p>
          <a:p>
            <a:pPr>
              <a:buFont typeface="Wingdings" panose="05000000000000000000" pitchFamily="2" charset="2"/>
              <a:buChar char="q"/>
            </a:pPr>
            <a:r>
              <a:rPr lang="en-US" dirty="0" err="1">
                <a:solidFill>
                  <a:srgbClr val="002060"/>
                </a:solidFill>
              </a:rPr>
              <a:t>Communicatie</a:t>
            </a:r>
            <a:r>
              <a:rPr lang="en-US" dirty="0">
                <a:solidFill>
                  <a:srgbClr val="002060"/>
                </a:solidFill>
              </a:rPr>
              <a:t> </a:t>
            </a:r>
            <a:r>
              <a:rPr lang="en-US" dirty="0" err="1">
                <a:solidFill>
                  <a:srgbClr val="002060"/>
                </a:solidFill>
              </a:rPr>
              <a:t>techniek</a:t>
            </a:r>
            <a:r>
              <a:rPr lang="en-US" dirty="0">
                <a:solidFill>
                  <a:srgbClr val="002060"/>
                </a:solidFill>
              </a:rPr>
              <a:t>: </a:t>
            </a:r>
            <a:r>
              <a:rPr lang="en-US" dirty="0" err="1">
                <a:solidFill>
                  <a:srgbClr val="002060"/>
                </a:solidFill>
              </a:rPr>
              <a:t>LoRaWAN</a:t>
            </a:r>
            <a:endParaRPr lang="en-US" dirty="0">
              <a:solidFill>
                <a:srgbClr val="002060"/>
              </a:solidFill>
            </a:endParaRPr>
          </a:p>
          <a:p>
            <a:pPr>
              <a:buFont typeface="Wingdings" panose="05000000000000000000" pitchFamily="2" charset="2"/>
              <a:buChar char="q"/>
            </a:pPr>
            <a:r>
              <a:rPr lang="en-US" dirty="0">
                <a:solidFill>
                  <a:srgbClr val="002060"/>
                </a:solidFill>
              </a:rPr>
              <a:t>De server: The Things Stack</a:t>
            </a:r>
          </a:p>
          <a:p>
            <a:pPr>
              <a:buFont typeface="Wingdings" panose="05000000000000000000" pitchFamily="2" charset="2"/>
              <a:buChar char="q"/>
            </a:pPr>
            <a:r>
              <a:rPr lang="en-US" dirty="0">
                <a:solidFill>
                  <a:srgbClr val="002060"/>
                </a:solidFill>
              </a:rPr>
              <a:t>De </a:t>
            </a:r>
            <a:r>
              <a:rPr lang="en-US" dirty="0" err="1">
                <a:solidFill>
                  <a:srgbClr val="002060"/>
                </a:solidFill>
              </a:rPr>
              <a:t>applicatie</a:t>
            </a:r>
            <a:r>
              <a:rPr lang="en-US" dirty="0">
                <a:solidFill>
                  <a:srgbClr val="002060"/>
                </a:solidFill>
              </a:rPr>
              <a:t>: Node Red Dashboard</a:t>
            </a:r>
          </a:p>
        </p:txBody>
      </p:sp>
    </p:spTree>
    <p:extLst>
      <p:ext uri="{BB962C8B-B14F-4D97-AF65-F5344CB8AC3E}">
        <p14:creationId xmlns:p14="http://schemas.microsoft.com/office/powerpoint/2010/main" val="1440871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545D3755-C3E2-975E-DE68-CDECC4B526EC}"/>
              </a:ext>
            </a:extLst>
          </p:cNvPr>
          <p:cNvSpPr>
            <a:spLocks noGrp="1"/>
          </p:cNvSpPr>
          <p:nvPr>
            <p:ph type="title"/>
          </p:nvPr>
        </p:nvSpPr>
        <p:spPr>
          <a:xfrm>
            <a:off x="593725" y="594065"/>
            <a:ext cx="5855470" cy="1337607"/>
          </a:xfrm>
        </p:spPr>
        <p:txBody>
          <a:bodyPr rtlCol="0"/>
          <a:lstStyle>
            <a:defPPr>
              <a:defRPr lang="nl-NL"/>
            </a:defPPr>
          </a:lstStyle>
          <a:p>
            <a:pPr rtl="0"/>
            <a:r>
              <a:rPr lang="nl-NL" sz="3600" b="0" dirty="0"/>
              <a:t>Data Flow &amp; System Blocks </a:t>
            </a:r>
          </a:p>
        </p:txBody>
      </p:sp>
      <p:graphicFrame>
        <p:nvGraphicFramePr>
          <p:cNvPr id="11" name="Content Placeholder 10">
            <a:extLst>
              <a:ext uri="{FF2B5EF4-FFF2-40B4-BE49-F238E27FC236}">
                <a16:creationId xmlns:a16="http://schemas.microsoft.com/office/drawing/2014/main" id="{B6E8AD9B-E245-9FBB-AC0C-9819127D55E2}"/>
              </a:ext>
            </a:extLst>
          </p:cNvPr>
          <p:cNvGraphicFramePr>
            <a:graphicFrameLocks noGrp="1"/>
          </p:cNvGraphicFramePr>
          <p:nvPr>
            <p:ph sz="quarter" idx="16"/>
            <p:extLst>
              <p:ext uri="{D42A27DB-BD31-4B8C-83A1-F6EECF244321}">
                <p14:modId xmlns:p14="http://schemas.microsoft.com/office/powerpoint/2010/main" val="2455698640"/>
              </p:ext>
            </p:extLst>
          </p:nvPr>
        </p:nvGraphicFramePr>
        <p:xfrm>
          <a:off x="593725" y="3279775"/>
          <a:ext cx="5045075" cy="29940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9" name="Groe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87085" y="4005942"/>
            <a:ext cx="2764970" cy="2939144"/>
            <a:chOff x="0" y="12289"/>
            <a:chExt cx="3550" cy="3551"/>
          </a:xfrm>
        </p:grpSpPr>
        <p:sp>
          <p:nvSpPr>
            <p:cNvPr id="20" name="Vrije v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21" name="Vrije v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sp>
          <p:nvSpPr>
            <p:cNvPr id="22" name="Vrije v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defPPr>
                <a:defRPr lang="nl-NL"/>
              </a:defPPr>
            </a:lstStyle>
            <a:p>
              <a:pPr rtl="0"/>
              <a:endParaRPr lang="nl-NL" dirty="0"/>
            </a:p>
          </p:txBody>
        </p:sp>
      </p:grpSp>
      <p:pic>
        <p:nvPicPr>
          <p:cNvPr id="10" name="Picture Placeholder 9">
            <a:extLst>
              <a:ext uri="{FF2B5EF4-FFF2-40B4-BE49-F238E27FC236}">
                <a16:creationId xmlns:a16="http://schemas.microsoft.com/office/drawing/2014/main" id="{E15C781F-9F97-2720-B251-F77C7A1E2148}"/>
              </a:ext>
            </a:extLst>
          </p:cNvPr>
          <p:cNvPicPr>
            <a:picLocks noGrp="1" noChangeAspect="1"/>
          </p:cNvPicPr>
          <p:nvPr>
            <p:ph type="pic" sz="quarter" idx="15"/>
          </p:nvPr>
        </p:nvPicPr>
        <p:blipFill>
          <a:blip r:embed="rId8">
            <a:extLst>
              <a:ext uri="{28A0092B-C50C-407E-A947-70E740481C1C}">
                <a14:useLocalDpi xmlns:a14="http://schemas.microsoft.com/office/drawing/2010/main" val="0"/>
              </a:ext>
            </a:extLst>
          </a:blip>
          <a:stretch>
            <a:fillRect/>
          </a:stretch>
        </p:blipFill>
        <p:spPr>
          <a:xfrm>
            <a:off x="9144001" y="190315"/>
            <a:ext cx="2297281" cy="6645264"/>
          </a:xfrm>
          <a:prstGeom prst="rect">
            <a:avLst/>
          </a:prstGeom>
        </p:spPr>
      </p:pic>
    </p:spTree>
    <p:extLst>
      <p:ext uri="{BB962C8B-B14F-4D97-AF65-F5344CB8AC3E}">
        <p14:creationId xmlns:p14="http://schemas.microsoft.com/office/powerpoint/2010/main" val="3200312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C21633A5-8BE3-D44D-57F3-2EF161376844}"/>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5AB6D40A-2A0A-AF3D-8CF7-3ECD37765637}"/>
              </a:ext>
            </a:extLst>
          </p:cNvPr>
          <p:cNvSpPr>
            <a:spLocks noGrp="1"/>
          </p:cNvSpPr>
          <p:nvPr>
            <p:ph type="title"/>
          </p:nvPr>
        </p:nvSpPr>
        <p:spPr>
          <a:xfrm>
            <a:off x="594361" y="293022"/>
            <a:ext cx="5501639" cy="1550671"/>
          </a:xfrm>
        </p:spPr>
        <p:txBody>
          <a:bodyPr rtlCol="0" anchor="b">
            <a:normAutofit/>
          </a:bodyPr>
          <a:lstStyle>
            <a:defPPr>
              <a:defRPr lang="nl-NL"/>
            </a:defPPr>
          </a:lstStyle>
          <a:p>
            <a:pPr rtl="0"/>
            <a:r>
              <a:rPr lang="nl-NL" sz="3600" b="0" dirty="0"/>
              <a:t>Implementatie – Node</a:t>
            </a:r>
          </a:p>
        </p:txBody>
      </p:sp>
      <p:sp>
        <p:nvSpPr>
          <p:cNvPr id="3" name="Tijdelijke aanduiding voor tekst 2">
            <a:extLst>
              <a:ext uri="{FF2B5EF4-FFF2-40B4-BE49-F238E27FC236}">
                <a16:creationId xmlns:a16="http://schemas.microsoft.com/office/drawing/2014/main" id="{591442CD-A26D-1761-8CE7-8BC3075BB4ED}"/>
              </a:ext>
            </a:extLst>
          </p:cNvPr>
          <p:cNvSpPr>
            <a:spLocks noGrp="1"/>
          </p:cNvSpPr>
          <p:nvPr>
            <p:ph sz="quarter" idx="16"/>
          </p:nvPr>
        </p:nvSpPr>
        <p:spPr>
          <a:xfrm>
            <a:off x="594360" y="3253826"/>
            <a:ext cx="3024153" cy="2994415"/>
          </a:xfrm>
        </p:spPr>
        <p:txBody>
          <a:bodyPr rtlCol="0">
            <a:normAutofit/>
          </a:bodyPr>
          <a:lstStyle>
            <a:defPPr>
              <a:defRPr lang="nl-NL"/>
            </a:defPPr>
          </a:lstStyle>
          <a:p>
            <a:pPr marL="342900" indent="-342900" rtl="0">
              <a:buFont typeface="Wingdings" panose="05000000000000000000" pitchFamily="2" charset="2"/>
              <a:buChar char="ü"/>
            </a:pPr>
            <a:r>
              <a:rPr lang="en-GB" dirty="0"/>
              <a:t>S</a:t>
            </a:r>
            <a:r>
              <a:rPr lang="nl-NL" dirty="0" err="1"/>
              <a:t>ensoren</a:t>
            </a:r>
            <a:endParaRPr lang="nl-NL" dirty="0"/>
          </a:p>
          <a:p>
            <a:pPr marL="342900" indent="-342900" rtl="0">
              <a:buFont typeface="Wingdings" panose="05000000000000000000" pitchFamily="2" charset="2"/>
              <a:buChar char="ü"/>
            </a:pPr>
            <a:r>
              <a:rPr lang="nl-NL" dirty="0" err="1"/>
              <a:t>Payload</a:t>
            </a:r>
            <a:endParaRPr lang="nl-NL" dirty="0"/>
          </a:p>
          <a:p>
            <a:pPr marL="342900" indent="-342900" rtl="0">
              <a:buFont typeface="Wingdings" panose="05000000000000000000" pitchFamily="2" charset="2"/>
              <a:buChar char="ü"/>
            </a:pPr>
            <a:r>
              <a:rPr lang="nl-NL" dirty="0"/>
              <a:t>Network Configuratie</a:t>
            </a:r>
          </a:p>
          <a:p>
            <a:pPr marL="342900" indent="-342900" rtl="0">
              <a:buFont typeface="Wingdings" panose="05000000000000000000" pitchFamily="2" charset="2"/>
              <a:buChar char="ü"/>
            </a:pPr>
            <a:r>
              <a:rPr lang="nl-NL" dirty="0" err="1"/>
              <a:t>Uplink</a:t>
            </a:r>
            <a:r>
              <a:rPr lang="nl-NL" dirty="0"/>
              <a:t> op interval 5 minuten</a:t>
            </a:r>
          </a:p>
          <a:p>
            <a:pPr marL="342900" indent="-342900" rtl="0">
              <a:buFont typeface="Wingdings" panose="05000000000000000000" pitchFamily="2" charset="2"/>
              <a:buChar char="ü"/>
            </a:pPr>
            <a:r>
              <a:rPr lang="nl-NL" dirty="0" err="1"/>
              <a:t>Uplink</a:t>
            </a:r>
            <a:r>
              <a:rPr lang="nl-NL" dirty="0"/>
              <a:t> op </a:t>
            </a:r>
            <a:r>
              <a:rPr lang="nl-NL" dirty="0" err="1"/>
              <a:t>gebeurtenisen</a:t>
            </a:r>
            <a:endParaRPr lang="nl-NL" dirty="0"/>
          </a:p>
        </p:txBody>
      </p:sp>
      <p:pic>
        <p:nvPicPr>
          <p:cNvPr id="17" name="Picture 16">
            <a:extLst>
              <a:ext uri="{FF2B5EF4-FFF2-40B4-BE49-F238E27FC236}">
                <a16:creationId xmlns:a16="http://schemas.microsoft.com/office/drawing/2014/main" id="{0AB11E54-6D7B-B7FB-A60C-077BAE62AA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8785" y="1603400"/>
            <a:ext cx="1861507" cy="1299243"/>
          </a:xfrm>
          <a:prstGeom prst="rect">
            <a:avLst/>
          </a:prstGeom>
        </p:spPr>
      </p:pic>
      <p:pic>
        <p:nvPicPr>
          <p:cNvPr id="7" name="Picture 6">
            <a:extLst>
              <a:ext uri="{FF2B5EF4-FFF2-40B4-BE49-F238E27FC236}">
                <a16:creationId xmlns:a16="http://schemas.microsoft.com/office/drawing/2014/main" id="{7F407192-BB5F-1B7F-FC61-6ED24557929E}"/>
              </a:ext>
            </a:extLst>
          </p:cNvPr>
          <p:cNvPicPr>
            <a:picLocks noChangeAspect="1"/>
          </p:cNvPicPr>
          <p:nvPr/>
        </p:nvPicPr>
        <p:blipFill>
          <a:blip r:embed="rId4"/>
          <a:stretch>
            <a:fillRect/>
          </a:stretch>
        </p:blipFill>
        <p:spPr>
          <a:xfrm>
            <a:off x="8573489" y="1068357"/>
            <a:ext cx="2959252" cy="4654789"/>
          </a:xfrm>
          <a:prstGeom prst="rect">
            <a:avLst/>
          </a:prstGeom>
        </p:spPr>
      </p:pic>
      <p:pic>
        <p:nvPicPr>
          <p:cNvPr id="10" name="Picture 9">
            <a:extLst>
              <a:ext uri="{FF2B5EF4-FFF2-40B4-BE49-F238E27FC236}">
                <a16:creationId xmlns:a16="http://schemas.microsoft.com/office/drawing/2014/main" id="{0110A6ED-C990-4C72-CF4D-5EAD1BC2595C}"/>
              </a:ext>
            </a:extLst>
          </p:cNvPr>
          <p:cNvPicPr>
            <a:picLocks noChangeAspect="1"/>
          </p:cNvPicPr>
          <p:nvPr/>
        </p:nvPicPr>
        <p:blipFill>
          <a:blip r:embed="rId5"/>
          <a:stretch>
            <a:fillRect/>
          </a:stretch>
        </p:blipFill>
        <p:spPr>
          <a:xfrm>
            <a:off x="5840873" y="3170003"/>
            <a:ext cx="2619419" cy="1173405"/>
          </a:xfrm>
          <a:prstGeom prst="rect">
            <a:avLst/>
          </a:prstGeom>
        </p:spPr>
      </p:pic>
      <p:pic>
        <p:nvPicPr>
          <p:cNvPr id="12" name="Picture 11">
            <a:extLst>
              <a:ext uri="{FF2B5EF4-FFF2-40B4-BE49-F238E27FC236}">
                <a16:creationId xmlns:a16="http://schemas.microsoft.com/office/drawing/2014/main" id="{DCD8B2B7-B438-49AC-B68B-CDA95DA2548D}"/>
              </a:ext>
            </a:extLst>
          </p:cNvPr>
          <p:cNvPicPr>
            <a:picLocks noChangeAspect="1"/>
          </p:cNvPicPr>
          <p:nvPr/>
        </p:nvPicPr>
        <p:blipFill>
          <a:blip r:embed="rId6"/>
          <a:stretch>
            <a:fillRect/>
          </a:stretch>
        </p:blipFill>
        <p:spPr>
          <a:xfrm>
            <a:off x="5840873" y="4610769"/>
            <a:ext cx="2619420" cy="1037428"/>
          </a:xfrm>
          <a:prstGeom prst="rect">
            <a:avLst/>
          </a:prstGeom>
        </p:spPr>
      </p:pic>
      <p:pic>
        <p:nvPicPr>
          <p:cNvPr id="14" name="Picture 13">
            <a:extLst>
              <a:ext uri="{FF2B5EF4-FFF2-40B4-BE49-F238E27FC236}">
                <a16:creationId xmlns:a16="http://schemas.microsoft.com/office/drawing/2014/main" id="{3BDEF573-2239-B577-72E1-81DBC56B4603}"/>
              </a:ext>
            </a:extLst>
          </p:cNvPr>
          <p:cNvPicPr>
            <a:picLocks noChangeAspect="1"/>
          </p:cNvPicPr>
          <p:nvPr/>
        </p:nvPicPr>
        <p:blipFill>
          <a:blip r:embed="rId7"/>
          <a:srcRect l="855" r="1"/>
          <a:stretch>
            <a:fillRect/>
          </a:stretch>
        </p:blipFill>
        <p:spPr>
          <a:xfrm>
            <a:off x="3511571" y="3551819"/>
            <a:ext cx="2329302" cy="562057"/>
          </a:xfrm>
          <a:prstGeom prst="rect">
            <a:avLst/>
          </a:prstGeom>
        </p:spPr>
      </p:pic>
      <p:pic>
        <p:nvPicPr>
          <p:cNvPr id="16" name="Picture 15">
            <a:extLst>
              <a:ext uri="{FF2B5EF4-FFF2-40B4-BE49-F238E27FC236}">
                <a16:creationId xmlns:a16="http://schemas.microsoft.com/office/drawing/2014/main" id="{DFA371A4-92A8-6E1E-137B-FCE9D22A34C7}"/>
              </a:ext>
            </a:extLst>
          </p:cNvPr>
          <p:cNvPicPr>
            <a:picLocks noChangeAspect="1"/>
          </p:cNvPicPr>
          <p:nvPr/>
        </p:nvPicPr>
        <p:blipFill>
          <a:blip r:embed="rId8"/>
          <a:stretch>
            <a:fillRect/>
          </a:stretch>
        </p:blipFill>
        <p:spPr>
          <a:xfrm>
            <a:off x="4147591" y="1927296"/>
            <a:ext cx="2451193" cy="562057"/>
          </a:xfrm>
          <a:prstGeom prst="rect">
            <a:avLst/>
          </a:prstGeom>
        </p:spPr>
      </p:pic>
      <p:pic>
        <p:nvPicPr>
          <p:cNvPr id="19" name="Picture 18">
            <a:extLst>
              <a:ext uri="{FF2B5EF4-FFF2-40B4-BE49-F238E27FC236}">
                <a16:creationId xmlns:a16="http://schemas.microsoft.com/office/drawing/2014/main" id="{EED22E6B-9ECB-736C-55A2-6A7D01C6B9E4}"/>
              </a:ext>
            </a:extLst>
          </p:cNvPr>
          <p:cNvPicPr>
            <a:picLocks noChangeAspect="1"/>
          </p:cNvPicPr>
          <p:nvPr/>
        </p:nvPicPr>
        <p:blipFill>
          <a:blip r:embed="rId9"/>
          <a:stretch>
            <a:fillRect/>
          </a:stretch>
        </p:blipFill>
        <p:spPr>
          <a:xfrm>
            <a:off x="3618513" y="4883918"/>
            <a:ext cx="2222360" cy="595465"/>
          </a:xfrm>
          <a:prstGeom prst="rect">
            <a:avLst/>
          </a:prstGeom>
        </p:spPr>
      </p:pic>
      <p:sp>
        <p:nvSpPr>
          <p:cNvPr id="2" name="TextBox 1">
            <a:extLst>
              <a:ext uri="{FF2B5EF4-FFF2-40B4-BE49-F238E27FC236}">
                <a16:creationId xmlns:a16="http://schemas.microsoft.com/office/drawing/2014/main" id="{33A570A6-6B90-B9BC-BAED-22DD5DF0ADAD}"/>
              </a:ext>
            </a:extLst>
          </p:cNvPr>
          <p:cNvSpPr txBox="1"/>
          <p:nvPr/>
        </p:nvSpPr>
        <p:spPr>
          <a:xfrm>
            <a:off x="7534334" y="3129136"/>
            <a:ext cx="1039154" cy="184666"/>
          </a:xfrm>
          <a:prstGeom prst="rect">
            <a:avLst/>
          </a:prstGeom>
          <a:noFill/>
        </p:spPr>
        <p:txBody>
          <a:bodyPr wrap="square" rtlCol="0">
            <a:spAutoFit/>
          </a:bodyPr>
          <a:lstStyle/>
          <a:p>
            <a:r>
              <a:rPr lang="nl-NL" sz="600" dirty="0"/>
              <a:t>De voorlopige structuur</a:t>
            </a:r>
          </a:p>
        </p:txBody>
      </p:sp>
    </p:spTree>
    <p:extLst>
      <p:ext uri="{BB962C8B-B14F-4D97-AF65-F5344CB8AC3E}">
        <p14:creationId xmlns:p14="http://schemas.microsoft.com/office/powerpoint/2010/main" val="203905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5346ED-721D-85EE-2F1B-A31D0912DE29}"/>
              </a:ext>
            </a:extLst>
          </p:cNvPr>
          <p:cNvSpPr>
            <a:spLocks noGrp="1"/>
          </p:cNvSpPr>
          <p:nvPr>
            <p:ph type="title"/>
          </p:nvPr>
        </p:nvSpPr>
        <p:spPr>
          <a:xfrm>
            <a:off x="594360" y="278129"/>
            <a:ext cx="9778365" cy="1494596"/>
          </a:xfrm>
        </p:spPr>
        <p:txBody>
          <a:bodyPr rtlCol="0"/>
          <a:lstStyle>
            <a:defPPr>
              <a:defRPr lang="nl-NL"/>
            </a:defPPr>
          </a:lstStyle>
          <a:p>
            <a:pPr rtl="0"/>
            <a:r>
              <a:rPr lang="nl-NL" sz="3600" b="0" dirty="0"/>
              <a:t>Implementatie – Server</a:t>
            </a:r>
          </a:p>
        </p:txBody>
      </p:sp>
      <p:sp>
        <p:nvSpPr>
          <p:cNvPr id="3" name="Tijdelijke aanduiding voor inhoud 2">
            <a:extLst>
              <a:ext uri="{FF2B5EF4-FFF2-40B4-BE49-F238E27FC236}">
                <a16:creationId xmlns:a16="http://schemas.microsoft.com/office/drawing/2014/main" id="{DB097449-5B72-ADA0-3B2D-1CBC160D6B90}"/>
              </a:ext>
            </a:extLst>
          </p:cNvPr>
          <p:cNvSpPr>
            <a:spLocks noGrp="1"/>
          </p:cNvSpPr>
          <p:nvPr>
            <p:ph sz="quarter" idx="15"/>
          </p:nvPr>
        </p:nvSpPr>
        <p:spPr>
          <a:xfrm>
            <a:off x="594360" y="2676525"/>
            <a:ext cx="4490827" cy="3597470"/>
          </a:xfrm>
        </p:spPr>
        <p:txBody>
          <a:bodyPr rtlCol="0"/>
          <a:lstStyle>
            <a:defPPr>
              <a:defRPr lang="nl-NL"/>
            </a:defPPr>
          </a:lstStyle>
          <a:p>
            <a:pPr marL="342900" indent="-342900" rtl="0">
              <a:buFont typeface="Wingdings" panose="05000000000000000000" pitchFamily="2" charset="2"/>
              <a:buChar char="ü"/>
            </a:pPr>
            <a:r>
              <a:rPr lang="en-GB" dirty="0" err="1"/>
              <a:t>Applicatie</a:t>
            </a:r>
            <a:endParaRPr lang="en-GB" dirty="0"/>
          </a:p>
          <a:p>
            <a:pPr marL="342900" indent="-342900">
              <a:buFont typeface="Wingdings" panose="05000000000000000000" pitchFamily="2" charset="2"/>
              <a:buChar char="ü"/>
            </a:pPr>
            <a:r>
              <a:rPr lang="en-GB" dirty="0"/>
              <a:t>Eind </a:t>
            </a:r>
            <a:r>
              <a:rPr lang="en-GB" dirty="0" err="1"/>
              <a:t>Apparaat</a:t>
            </a:r>
            <a:r>
              <a:rPr lang="en-GB" dirty="0"/>
              <a:t> </a:t>
            </a:r>
          </a:p>
          <a:p>
            <a:pPr marL="342900" indent="-342900">
              <a:buFont typeface="Wingdings" panose="05000000000000000000" pitchFamily="2" charset="2"/>
              <a:buChar char="ü"/>
            </a:pPr>
            <a:r>
              <a:rPr lang="en-GB" dirty="0"/>
              <a:t>Decoder</a:t>
            </a:r>
          </a:p>
          <a:p>
            <a:pPr marL="342900" indent="-342900">
              <a:buFont typeface="Wingdings" panose="05000000000000000000" pitchFamily="2" charset="2"/>
              <a:buChar char="ü"/>
            </a:pPr>
            <a:r>
              <a:rPr lang="en-GB" dirty="0"/>
              <a:t>MQTT</a:t>
            </a:r>
            <a:endParaRPr lang="nl-NL" dirty="0"/>
          </a:p>
        </p:txBody>
      </p:sp>
      <p:pic>
        <p:nvPicPr>
          <p:cNvPr id="8" name="Content Placeholder 7">
            <a:extLst>
              <a:ext uri="{FF2B5EF4-FFF2-40B4-BE49-F238E27FC236}">
                <a16:creationId xmlns:a16="http://schemas.microsoft.com/office/drawing/2014/main" id="{FDA04D51-85C3-7D29-8B1D-C7EDBAF5CA06}"/>
              </a:ext>
            </a:extLst>
          </p:cNvPr>
          <p:cNvPicPr>
            <a:picLocks noGrp="1" noChangeAspect="1"/>
          </p:cNvPicPr>
          <p:nvPr>
            <p:ph sz="quarter" idx="16"/>
          </p:nvPr>
        </p:nvPicPr>
        <p:blipFill>
          <a:blip r:embed="rId3">
            <a:extLst>
              <a:ext uri="{28A0092B-C50C-407E-A947-70E740481C1C}">
                <a14:useLocalDpi xmlns:a14="http://schemas.microsoft.com/office/drawing/2010/main" val="0"/>
              </a:ext>
            </a:extLst>
          </a:blip>
          <a:stretch>
            <a:fillRect/>
          </a:stretch>
        </p:blipFill>
        <p:spPr>
          <a:xfrm>
            <a:off x="5646748" y="2046352"/>
            <a:ext cx="4826076" cy="4227643"/>
          </a:xfrm>
          <a:prstGeom prst="rect">
            <a:avLst/>
          </a:prstGeom>
        </p:spPr>
      </p:pic>
    </p:spTree>
    <p:extLst>
      <p:ext uri="{BB962C8B-B14F-4D97-AF65-F5344CB8AC3E}">
        <p14:creationId xmlns:p14="http://schemas.microsoft.com/office/powerpoint/2010/main" val="888484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0BD29B5-1B58-809F-FEA7-B82105E94664}"/>
              </a:ext>
            </a:extLst>
          </p:cNvPr>
          <p:cNvSpPr>
            <a:spLocks noGrp="1"/>
          </p:cNvSpPr>
          <p:nvPr>
            <p:ph type="title"/>
          </p:nvPr>
        </p:nvSpPr>
        <p:spPr>
          <a:xfrm>
            <a:off x="508038" y="696938"/>
            <a:ext cx="9778365" cy="1159132"/>
          </a:xfrm>
        </p:spPr>
        <p:txBody>
          <a:bodyPr rtlCol="0"/>
          <a:lstStyle>
            <a:defPPr>
              <a:defRPr lang="nl-NL"/>
            </a:defPPr>
          </a:lstStyle>
          <a:p>
            <a:pPr rtl="0"/>
            <a:r>
              <a:rPr lang="nl-NL" sz="3600" b="0" dirty="0"/>
              <a:t>Implementatie – Node Red </a:t>
            </a:r>
          </a:p>
        </p:txBody>
      </p:sp>
      <p:sp>
        <p:nvSpPr>
          <p:cNvPr id="17" name="Minus Sign 16">
            <a:extLst>
              <a:ext uri="{FF2B5EF4-FFF2-40B4-BE49-F238E27FC236}">
                <a16:creationId xmlns:a16="http://schemas.microsoft.com/office/drawing/2014/main" id="{0C231555-DA0A-151E-1B17-ED24181A1376}"/>
              </a:ext>
            </a:extLst>
          </p:cNvPr>
          <p:cNvSpPr/>
          <p:nvPr/>
        </p:nvSpPr>
        <p:spPr>
          <a:xfrm>
            <a:off x="469741" y="3325184"/>
            <a:ext cx="4927480" cy="78984"/>
          </a:xfrm>
          <a:prstGeom prst="mathMin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Callout: Bent Line 19">
            <a:extLst>
              <a:ext uri="{FF2B5EF4-FFF2-40B4-BE49-F238E27FC236}">
                <a16:creationId xmlns:a16="http://schemas.microsoft.com/office/drawing/2014/main" id="{41FA4EDE-46CA-9F0B-19AA-24CFF3438966}"/>
              </a:ext>
            </a:extLst>
          </p:cNvPr>
          <p:cNvSpPr/>
          <p:nvPr/>
        </p:nvSpPr>
        <p:spPr>
          <a:xfrm>
            <a:off x="6456308" y="4614410"/>
            <a:ext cx="1654629" cy="439057"/>
          </a:xfrm>
          <a:prstGeom prst="borderCallout2">
            <a:avLst>
              <a:gd name="adj1" fmla="val 52385"/>
              <a:gd name="adj2" fmla="val -879"/>
              <a:gd name="adj3" fmla="val 19659"/>
              <a:gd name="adj4" fmla="val -12724"/>
              <a:gd name="adj5" fmla="val 68433"/>
              <a:gd name="adj6" fmla="val -3616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002060"/>
                </a:solidFill>
              </a:rPr>
              <a:t>Dashboard</a:t>
            </a:r>
            <a:endParaRPr lang="nl-NL" sz="1600" dirty="0">
              <a:solidFill>
                <a:srgbClr val="002060"/>
              </a:solidFill>
            </a:endParaRPr>
          </a:p>
        </p:txBody>
      </p:sp>
      <p:cxnSp>
        <p:nvCxnSpPr>
          <p:cNvPr id="27" name="Connector: Elbow 26">
            <a:extLst>
              <a:ext uri="{FF2B5EF4-FFF2-40B4-BE49-F238E27FC236}">
                <a16:creationId xmlns:a16="http://schemas.microsoft.com/office/drawing/2014/main" id="{136BF811-1D8D-D0FF-0ADA-132F62C5B324}"/>
              </a:ext>
            </a:extLst>
          </p:cNvPr>
          <p:cNvCxnSpPr>
            <a:cxnSpLocks/>
          </p:cNvCxnSpPr>
          <p:nvPr/>
        </p:nvCxnSpPr>
        <p:spPr>
          <a:xfrm flipV="1">
            <a:off x="8110937" y="4411225"/>
            <a:ext cx="848769" cy="42271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C953ADD5-A5A2-D564-DD36-4F861A926164}"/>
              </a:ext>
            </a:extLst>
          </p:cNvPr>
          <p:cNvPicPr>
            <a:picLocks noChangeAspect="1"/>
          </p:cNvPicPr>
          <p:nvPr/>
        </p:nvPicPr>
        <p:blipFill>
          <a:blip r:embed="rId3"/>
          <a:stretch>
            <a:fillRect/>
          </a:stretch>
        </p:blipFill>
        <p:spPr>
          <a:xfrm>
            <a:off x="469741" y="2276863"/>
            <a:ext cx="5391816" cy="1075802"/>
          </a:xfrm>
          <a:prstGeom prst="rect">
            <a:avLst/>
          </a:prstGeom>
        </p:spPr>
      </p:pic>
      <p:pic>
        <p:nvPicPr>
          <p:cNvPr id="14" name="Picture 13">
            <a:extLst>
              <a:ext uri="{FF2B5EF4-FFF2-40B4-BE49-F238E27FC236}">
                <a16:creationId xmlns:a16="http://schemas.microsoft.com/office/drawing/2014/main" id="{4A6E2911-A1D4-E34C-1F0D-905A2FFACE77}"/>
              </a:ext>
            </a:extLst>
          </p:cNvPr>
          <p:cNvPicPr>
            <a:picLocks noChangeAspect="1"/>
          </p:cNvPicPr>
          <p:nvPr/>
        </p:nvPicPr>
        <p:blipFill>
          <a:blip r:embed="rId4"/>
          <a:stretch>
            <a:fillRect/>
          </a:stretch>
        </p:blipFill>
        <p:spPr>
          <a:xfrm>
            <a:off x="469741" y="3380146"/>
            <a:ext cx="5391816" cy="3346645"/>
          </a:xfrm>
          <a:prstGeom prst="rect">
            <a:avLst/>
          </a:prstGeom>
        </p:spPr>
      </p:pic>
      <p:pic>
        <p:nvPicPr>
          <p:cNvPr id="32" name="Picture 31">
            <a:extLst>
              <a:ext uri="{FF2B5EF4-FFF2-40B4-BE49-F238E27FC236}">
                <a16:creationId xmlns:a16="http://schemas.microsoft.com/office/drawing/2014/main" id="{4AF90316-1514-712B-1F3E-A4A3916F348F}"/>
              </a:ext>
            </a:extLst>
          </p:cNvPr>
          <p:cNvPicPr>
            <a:picLocks noChangeAspect="1"/>
          </p:cNvPicPr>
          <p:nvPr/>
        </p:nvPicPr>
        <p:blipFill>
          <a:blip r:embed="rId5"/>
          <a:stretch>
            <a:fillRect/>
          </a:stretch>
        </p:blipFill>
        <p:spPr>
          <a:xfrm>
            <a:off x="8959706" y="2433390"/>
            <a:ext cx="2272007" cy="3955670"/>
          </a:xfrm>
          <a:prstGeom prst="rect">
            <a:avLst/>
          </a:prstGeom>
        </p:spPr>
      </p:pic>
      <p:pic>
        <p:nvPicPr>
          <p:cNvPr id="34" name="Picture 33">
            <a:extLst>
              <a:ext uri="{FF2B5EF4-FFF2-40B4-BE49-F238E27FC236}">
                <a16:creationId xmlns:a16="http://schemas.microsoft.com/office/drawing/2014/main" id="{D0A614A7-5271-AFB0-B9C9-B3510C590BB5}"/>
              </a:ext>
            </a:extLst>
          </p:cNvPr>
          <p:cNvPicPr>
            <a:picLocks noChangeAspect="1"/>
          </p:cNvPicPr>
          <p:nvPr/>
        </p:nvPicPr>
        <p:blipFill>
          <a:blip r:embed="rId6"/>
          <a:srcRect l="1123" t="7141"/>
          <a:stretch>
            <a:fillRect/>
          </a:stretch>
        </p:blipFill>
        <p:spPr>
          <a:xfrm>
            <a:off x="10100775" y="3380146"/>
            <a:ext cx="2091225" cy="387057"/>
          </a:xfrm>
          <a:prstGeom prst="rect">
            <a:avLst/>
          </a:prstGeom>
        </p:spPr>
      </p:pic>
    </p:spTree>
    <p:extLst>
      <p:ext uri="{BB962C8B-B14F-4D97-AF65-F5344CB8AC3E}">
        <p14:creationId xmlns:p14="http://schemas.microsoft.com/office/powerpoint/2010/main" val="3088225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2A871D-B15E-C971-7C85-0AF173E38781}"/>
              </a:ext>
            </a:extLst>
          </p:cNvPr>
          <p:cNvSpPr>
            <a:spLocks noGrp="1"/>
          </p:cNvSpPr>
          <p:nvPr>
            <p:ph type="title"/>
          </p:nvPr>
        </p:nvSpPr>
        <p:spPr>
          <a:xfrm>
            <a:off x="594360" y="198408"/>
            <a:ext cx="10972800" cy="1574317"/>
          </a:xfrm>
        </p:spPr>
        <p:txBody>
          <a:bodyPr rtlCol="0" anchor="b">
            <a:normAutofit/>
          </a:bodyPr>
          <a:lstStyle>
            <a:defPPr>
              <a:defRPr lang="nl-NL"/>
            </a:defPPr>
          </a:lstStyle>
          <a:p>
            <a:pPr rtl="0"/>
            <a:r>
              <a:rPr lang="nl-NL" sz="3600" b="0" dirty="0"/>
              <a:t>Implementatie – </a:t>
            </a:r>
            <a:r>
              <a:rPr lang="nl-NL" sz="3600" b="0" dirty="0" err="1"/>
              <a:t>mariaDB</a:t>
            </a:r>
            <a:endParaRPr lang="nl-NL" sz="3600" b="0" dirty="0"/>
          </a:p>
        </p:txBody>
      </p:sp>
      <p:pic>
        <p:nvPicPr>
          <p:cNvPr id="17" name="Picture 16">
            <a:extLst>
              <a:ext uri="{FF2B5EF4-FFF2-40B4-BE49-F238E27FC236}">
                <a16:creationId xmlns:a16="http://schemas.microsoft.com/office/drawing/2014/main" id="{86F8C7F1-9C64-64BA-E9EF-803C2026D6B9}"/>
              </a:ext>
            </a:extLst>
          </p:cNvPr>
          <p:cNvPicPr>
            <a:picLocks noChangeAspect="1"/>
          </p:cNvPicPr>
          <p:nvPr/>
        </p:nvPicPr>
        <p:blipFill>
          <a:blip r:embed="rId3"/>
          <a:stretch>
            <a:fillRect/>
          </a:stretch>
        </p:blipFill>
        <p:spPr>
          <a:xfrm>
            <a:off x="8200881" y="2314774"/>
            <a:ext cx="1092256" cy="196860"/>
          </a:xfrm>
          <a:prstGeom prst="rect">
            <a:avLst/>
          </a:prstGeom>
        </p:spPr>
      </p:pic>
      <p:sp>
        <p:nvSpPr>
          <p:cNvPr id="18" name="Arrow: Right 17">
            <a:extLst>
              <a:ext uri="{FF2B5EF4-FFF2-40B4-BE49-F238E27FC236}">
                <a16:creationId xmlns:a16="http://schemas.microsoft.com/office/drawing/2014/main" id="{67B6D7D0-D33D-5E8C-FFC0-C3CF84A6CB1B}"/>
              </a:ext>
            </a:extLst>
          </p:cNvPr>
          <p:cNvSpPr/>
          <p:nvPr/>
        </p:nvSpPr>
        <p:spPr>
          <a:xfrm>
            <a:off x="3461627" y="4128765"/>
            <a:ext cx="1357085" cy="1669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6" name="Picture 5">
            <a:extLst>
              <a:ext uri="{FF2B5EF4-FFF2-40B4-BE49-F238E27FC236}">
                <a16:creationId xmlns:a16="http://schemas.microsoft.com/office/drawing/2014/main" id="{9CE94D2D-D1EC-4F76-C25C-0CBA66165A3C}"/>
              </a:ext>
            </a:extLst>
          </p:cNvPr>
          <p:cNvPicPr>
            <a:picLocks noChangeAspect="1"/>
          </p:cNvPicPr>
          <p:nvPr/>
        </p:nvPicPr>
        <p:blipFill>
          <a:blip r:embed="rId4"/>
          <a:stretch>
            <a:fillRect/>
          </a:stretch>
        </p:blipFill>
        <p:spPr>
          <a:xfrm>
            <a:off x="5844266" y="2912669"/>
            <a:ext cx="5805486" cy="2766020"/>
          </a:xfrm>
          <a:prstGeom prst="rect">
            <a:avLst/>
          </a:prstGeom>
        </p:spPr>
      </p:pic>
      <p:pic>
        <p:nvPicPr>
          <p:cNvPr id="11" name="Picture 10">
            <a:extLst>
              <a:ext uri="{FF2B5EF4-FFF2-40B4-BE49-F238E27FC236}">
                <a16:creationId xmlns:a16="http://schemas.microsoft.com/office/drawing/2014/main" id="{C186F374-2960-345A-A5E2-35A9E39ECC5D}"/>
              </a:ext>
            </a:extLst>
          </p:cNvPr>
          <p:cNvPicPr>
            <a:picLocks noChangeAspect="1"/>
          </p:cNvPicPr>
          <p:nvPr/>
        </p:nvPicPr>
        <p:blipFill>
          <a:blip r:embed="rId5"/>
          <a:stretch>
            <a:fillRect/>
          </a:stretch>
        </p:blipFill>
        <p:spPr>
          <a:xfrm>
            <a:off x="851579" y="2314774"/>
            <a:ext cx="1584494" cy="4197433"/>
          </a:xfrm>
          <a:prstGeom prst="rect">
            <a:avLst/>
          </a:prstGeom>
        </p:spPr>
      </p:pic>
    </p:spTree>
    <p:extLst>
      <p:ext uri="{BB962C8B-B14F-4D97-AF65-F5344CB8AC3E}">
        <p14:creationId xmlns:p14="http://schemas.microsoft.com/office/powerpoint/2010/main" val="298364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76A9A9A7-F1D2-237D-AC72-E21A286F0A6F}"/>
              </a:ext>
            </a:extLst>
          </p:cNvPr>
          <p:cNvSpPr>
            <a:spLocks noGrp="1"/>
          </p:cNvSpPr>
          <p:nvPr>
            <p:ph type="title"/>
          </p:nvPr>
        </p:nvSpPr>
        <p:spPr/>
        <p:txBody>
          <a:bodyPr rtlCol="0"/>
          <a:lstStyle>
            <a:defPPr>
              <a:defRPr lang="nl-NL"/>
            </a:defPPr>
          </a:lstStyle>
          <a:p>
            <a:pPr rtl="0"/>
            <a:r>
              <a:rPr lang="nl-NL" sz="3600" b="0" dirty="0"/>
              <a:t>Implementatie - </a:t>
            </a:r>
            <a:r>
              <a:rPr lang="nl-NL" sz="3600" b="0" dirty="0" err="1"/>
              <a:t>Grafana</a:t>
            </a:r>
            <a:endParaRPr lang="nl-NL" sz="3600" b="0" dirty="0"/>
          </a:p>
        </p:txBody>
      </p:sp>
      <p:sp>
        <p:nvSpPr>
          <p:cNvPr id="15" name="Content Placeholder 14">
            <a:extLst>
              <a:ext uri="{FF2B5EF4-FFF2-40B4-BE49-F238E27FC236}">
                <a16:creationId xmlns:a16="http://schemas.microsoft.com/office/drawing/2014/main" id="{ACD63971-2E27-3296-B018-B122A08217F8}"/>
              </a:ext>
            </a:extLst>
          </p:cNvPr>
          <p:cNvSpPr>
            <a:spLocks noGrp="1"/>
          </p:cNvSpPr>
          <p:nvPr>
            <p:ph sz="quarter" idx="14"/>
          </p:nvPr>
        </p:nvSpPr>
        <p:spPr>
          <a:xfrm>
            <a:off x="594360" y="2495097"/>
            <a:ext cx="3947160" cy="3597470"/>
          </a:xfrm>
        </p:spPr>
        <p:txBody>
          <a:bodyPr/>
          <a:lstStyle/>
          <a:p>
            <a:pPr>
              <a:buFont typeface="Wingdings" panose="05000000000000000000" pitchFamily="2" charset="2"/>
              <a:buChar char="ü"/>
            </a:pPr>
            <a:r>
              <a:rPr lang="en-GB" dirty="0"/>
              <a:t>Database </a:t>
            </a:r>
            <a:r>
              <a:rPr lang="en-GB" dirty="0" err="1"/>
              <a:t>controleren</a:t>
            </a:r>
            <a:endParaRPr lang="en-GB" dirty="0"/>
          </a:p>
          <a:p>
            <a:pPr>
              <a:buFont typeface="Wingdings" panose="05000000000000000000" pitchFamily="2" charset="2"/>
              <a:buChar char="ü"/>
            </a:pPr>
            <a:r>
              <a:rPr lang="en-GB" dirty="0" err="1"/>
              <a:t>Waarschuwingen</a:t>
            </a:r>
            <a:r>
              <a:rPr lang="en-GB" dirty="0"/>
              <a:t> </a:t>
            </a:r>
            <a:r>
              <a:rPr lang="en-GB" dirty="0" err="1"/>
              <a:t>activeren</a:t>
            </a:r>
            <a:endParaRPr lang="nl-NL" dirty="0"/>
          </a:p>
        </p:txBody>
      </p:sp>
      <p:pic>
        <p:nvPicPr>
          <p:cNvPr id="5" name="Picture 4">
            <a:extLst>
              <a:ext uri="{FF2B5EF4-FFF2-40B4-BE49-F238E27FC236}">
                <a16:creationId xmlns:a16="http://schemas.microsoft.com/office/drawing/2014/main" id="{CEEC3BCD-F36A-CD64-C1B3-6A272C8144D2}"/>
              </a:ext>
            </a:extLst>
          </p:cNvPr>
          <p:cNvPicPr>
            <a:picLocks noChangeAspect="1"/>
          </p:cNvPicPr>
          <p:nvPr/>
        </p:nvPicPr>
        <p:blipFill>
          <a:blip r:embed="rId3"/>
          <a:stretch>
            <a:fillRect/>
          </a:stretch>
        </p:blipFill>
        <p:spPr>
          <a:xfrm>
            <a:off x="6096000" y="2090779"/>
            <a:ext cx="4208127" cy="1296600"/>
          </a:xfrm>
          <a:prstGeom prst="rect">
            <a:avLst/>
          </a:prstGeom>
        </p:spPr>
      </p:pic>
      <p:pic>
        <p:nvPicPr>
          <p:cNvPr id="9" name="Picture 8">
            <a:extLst>
              <a:ext uri="{FF2B5EF4-FFF2-40B4-BE49-F238E27FC236}">
                <a16:creationId xmlns:a16="http://schemas.microsoft.com/office/drawing/2014/main" id="{C338B2EB-A1F7-E680-8B29-E430ED663FD3}"/>
              </a:ext>
            </a:extLst>
          </p:cNvPr>
          <p:cNvPicPr>
            <a:picLocks noChangeAspect="1"/>
          </p:cNvPicPr>
          <p:nvPr/>
        </p:nvPicPr>
        <p:blipFill>
          <a:blip r:embed="rId4"/>
          <a:stretch>
            <a:fillRect/>
          </a:stretch>
        </p:blipFill>
        <p:spPr>
          <a:xfrm>
            <a:off x="6096000" y="3387379"/>
            <a:ext cx="4208126" cy="2624298"/>
          </a:xfrm>
          <a:prstGeom prst="rect">
            <a:avLst/>
          </a:prstGeom>
        </p:spPr>
      </p:pic>
      <p:pic>
        <p:nvPicPr>
          <p:cNvPr id="11" name="Picture 10">
            <a:extLst>
              <a:ext uri="{FF2B5EF4-FFF2-40B4-BE49-F238E27FC236}">
                <a16:creationId xmlns:a16="http://schemas.microsoft.com/office/drawing/2014/main" id="{E2226EC1-2305-2D57-1B06-89678AF32F34}"/>
              </a:ext>
            </a:extLst>
          </p:cNvPr>
          <p:cNvPicPr>
            <a:picLocks noChangeAspect="1"/>
          </p:cNvPicPr>
          <p:nvPr/>
        </p:nvPicPr>
        <p:blipFill>
          <a:blip r:embed="rId5"/>
          <a:stretch>
            <a:fillRect/>
          </a:stretch>
        </p:blipFill>
        <p:spPr>
          <a:xfrm>
            <a:off x="594359" y="4786821"/>
            <a:ext cx="3947161" cy="1224856"/>
          </a:xfrm>
          <a:prstGeom prst="rect">
            <a:avLst/>
          </a:prstGeom>
        </p:spPr>
      </p:pic>
      <p:pic>
        <p:nvPicPr>
          <p:cNvPr id="13" name="Picture 12">
            <a:extLst>
              <a:ext uri="{FF2B5EF4-FFF2-40B4-BE49-F238E27FC236}">
                <a16:creationId xmlns:a16="http://schemas.microsoft.com/office/drawing/2014/main" id="{A6B0057B-A3CB-3F4D-79FC-97CDF964770A}"/>
              </a:ext>
            </a:extLst>
          </p:cNvPr>
          <p:cNvPicPr>
            <a:picLocks noChangeAspect="1"/>
          </p:cNvPicPr>
          <p:nvPr/>
        </p:nvPicPr>
        <p:blipFill>
          <a:blip r:embed="rId6"/>
          <a:stretch>
            <a:fillRect/>
          </a:stretch>
        </p:blipFill>
        <p:spPr>
          <a:xfrm>
            <a:off x="594358" y="3573986"/>
            <a:ext cx="3947160" cy="1212835"/>
          </a:xfrm>
          <a:prstGeom prst="rect">
            <a:avLst/>
          </a:prstGeom>
        </p:spPr>
      </p:pic>
    </p:spTree>
    <p:extLst>
      <p:ext uri="{BB962C8B-B14F-4D97-AF65-F5344CB8AC3E}">
        <p14:creationId xmlns:p14="http://schemas.microsoft.com/office/powerpoint/2010/main" val="4127695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759DC4-8B30-98A0-5BAB-C78BA4A4AD55}"/>
              </a:ext>
            </a:extLst>
          </p:cNvPr>
          <p:cNvSpPr>
            <a:spLocks noGrp="1"/>
          </p:cNvSpPr>
          <p:nvPr>
            <p:ph type="title"/>
          </p:nvPr>
        </p:nvSpPr>
        <p:spPr>
          <a:xfrm>
            <a:off x="594360" y="102875"/>
            <a:ext cx="10873740" cy="1680205"/>
          </a:xfrm>
        </p:spPr>
        <p:txBody>
          <a:bodyPr rtlCol="0" anchor="b">
            <a:normAutofit/>
          </a:bodyPr>
          <a:lstStyle>
            <a:defPPr>
              <a:defRPr lang="nl-NL"/>
            </a:defPPr>
          </a:lstStyle>
          <a:p>
            <a:pPr rtl="0"/>
            <a:r>
              <a:rPr lang="nl-NL" sz="3600" b="0" dirty="0"/>
              <a:t>Samenvatting</a:t>
            </a:r>
          </a:p>
        </p:txBody>
      </p:sp>
      <p:pic>
        <p:nvPicPr>
          <p:cNvPr id="7" name="Picture 6">
            <a:extLst>
              <a:ext uri="{FF2B5EF4-FFF2-40B4-BE49-F238E27FC236}">
                <a16:creationId xmlns:a16="http://schemas.microsoft.com/office/drawing/2014/main" id="{65116D0A-690D-2E65-C668-81BEEF1E53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0508" y="1150360"/>
            <a:ext cx="7079090" cy="5397805"/>
          </a:xfrm>
          <a:prstGeom prst="rect">
            <a:avLst/>
          </a:prstGeom>
          <a:noFill/>
        </p:spPr>
      </p:pic>
    </p:spTree>
    <p:extLst>
      <p:ext uri="{BB962C8B-B14F-4D97-AF65-F5344CB8AC3E}">
        <p14:creationId xmlns:p14="http://schemas.microsoft.com/office/powerpoint/2010/main" val="1850768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10C1B7-6E4E-3DEE-50C0-1CA3B14303EE}"/>
              </a:ext>
            </a:extLst>
          </p:cNvPr>
          <p:cNvSpPr>
            <a:spLocks noGrp="1"/>
          </p:cNvSpPr>
          <p:nvPr>
            <p:ph type="ctrTitle"/>
          </p:nvPr>
        </p:nvSpPr>
        <p:spPr>
          <a:xfrm>
            <a:off x="594360" y="411479"/>
            <a:ext cx="5486400" cy="3291840"/>
          </a:xfrm>
        </p:spPr>
        <p:txBody>
          <a:bodyPr rtlCol="0"/>
          <a:lstStyle>
            <a:defPPr>
              <a:defRPr lang="nl-NL"/>
            </a:defPPr>
          </a:lstStyle>
          <a:p>
            <a:pPr rtl="0"/>
            <a:r>
              <a:rPr lang="nl-NL"/>
              <a:t>Bedankt</a:t>
            </a:r>
          </a:p>
        </p:txBody>
      </p:sp>
      <p:sp>
        <p:nvSpPr>
          <p:cNvPr id="5" name="Text Placeholder 4">
            <a:extLst>
              <a:ext uri="{FF2B5EF4-FFF2-40B4-BE49-F238E27FC236}">
                <a16:creationId xmlns:a16="http://schemas.microsoft.com/office/drawing/2014/main" id="{81D3CA0E-ED7B-8DF9-820A-E713B9BC884B}"/>
              </a:ext>
            </a:extLst>
          </p:cNvPr>
          <p:cNvSpPr>
            <a:spLocks noGrp="1"/>
          </p:cNvSpPr>
          <p:nvPr>
            <p:ph type="body" sz="quarter" idx="11"/>
          </p:nvPr>
        </p:nvSpPr>
        <p:spPr/>
        <p:txBody>
          <a:bodyPr/>
          <a:lstStyle/>
          <a:p>
            <a:endParaRPr lang="nl-NL"/>
          </a:p>
        </p:txBody>
      </p:sp>
    </p:spTree>
    <p:extLst>
      <p:ext uri="{BB962C8B-B14F-4D97-AF65-F5344CB8AC3E}">
        <p14:creationId xmlns:p14="http://schemas.microsoft.com/office/powerpoint/2010/main" val="4261132419"/>
      </p:ext>
    </p:extLst>
  </p:cSld>
  <p:clrMapOvr>
    <a:masterClrMapping/>
  </p:clrMapOvr>
</p:sld>
</file>

<file path=ppt/theme/theme1.xml><?xml version="1.0" encoding="utf-8"?>
<a:theme xmlns:a="http://schemas.openxmlformats.org/drawingml/2006/main" name="Aangepast">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332791_TF78853419_Win32" id="{CFE587CB-6BF9-45D2-A27E-C61579DF3CB1}" vid="{7858F9A5-0C96-4CF9-8735-2D3191D641DE}"/>
    </a:ext>
  </a:extLst>
</a:theme>
</file>

<file path=ppt/theme/theme2.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{D89BBBA6-AAEC-4713-8173-39A502694D03}TFd3b75063-ff25-434d-b12c-efeaf07d16c32aeaf459_win32-4d08c8e30273</Template>
  <TotalTime>0</TotalTime>
  <Words>1102</Words>
  <Application>Microsoft Office PowerPoint</Application>
  <PresentationFormat>Widescreen</PresentationFormat>
  <Paragraphs>122</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Franklin Gothic Book</vt:lpstr>
      <vt:lpstr>Franklin Gothic Demi</vt:lpstr>
      <vt:lpstr>Wingdings</vt:lpstr>
      <vt:lpstr>Aangepast</vt:lpstr>
      <vt:lpstr>Regentonmeter</vt:lpstr>
      <vt:lpstr>Agenda</vt:lpstr>
      <vt:lpstr>Casus &amp; Opdracht</vt:lpstr>
      <vt:lpstr>Technische keuzes</vt:lpstr>
      <vt:lpstr>Data Flow &amp; System Blocks </vt:lpstr>
      <vt:lpstr>Implementatie – Node</vt:lpstr>
      <vt:lpstr>Implementatie – Server</vt:lpstr>
      <vt:lpstr>Implementatie – Node Red </vt:lpstr>
      <vt:lpstr>Implementatie – mariaDB</vt:lpstr>
      <vt:lpstr>Implementatie - Grafana</vt:lpstr>
      <vt:lpstr>Samenvatting</vt:lpstr>
      <vt:lpstr>Bedankt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Nasser Abdulal (student)</dc:creator>
  <cp:lastModifiedBy>Nasser Abdulal (student)</cp:lastModifiedBy>
  <cp:revision>5</cp:revision>
  <dcterms:created xsi:type="dcterms:W3CDTF">2026-06-27T08:57:34Z</dcterms:created>
  <dcterms:modified xsi:type="dcterms:W3CDTF">2026-08-30T22:19:59Z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